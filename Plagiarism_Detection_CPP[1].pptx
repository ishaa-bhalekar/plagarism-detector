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6858000" cy="9144000"/>
  <p:embeddedFontLst>
    <p:embeddedFont>
      <p:font typeface="Archivo" panose="020B0604020202020204" charset="0"/>
      <p:regular r:id="rId31"/>
      <p:bold r:id="rId32"/>
      <p:italic r:id="rId33"/>
      <p:boldItalic r:id="rId34"/>
    </p:embeddedFont>
    <p:embeddedFont>
      <p:font typeface="IBM Plex Mono" panose="020F0502020204030204" pitchFamily="49" charset="0"/>
      <p:regular r:id="rId35"/>
      <p:bold r:id="rId36"/>
      <p:italic r:id="rId37"/>
      <p:boldItalic r:id="rId38"/>
    </p:embeddedFont>
    <p:embeddedFont>
      <p:font typeface="Nunito Light" pitchFamily="2" charset="0"/>
      <p:regular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gfu+tpCg9jj6ET3Atsn3qbYk/z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2" name="Google Shape;38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1" name="Google Shape;3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4ac3a79713_2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8" name="Google Shape;408;g34ac3a79713_2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8" name="Google Shape;41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2" name="Google Shape;43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8" name="Google Shape;43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4ac3a79713_2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8" name="Google Shape;448;g34ac3a79713_2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4ac3a79713_2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4" name="Google Shape;454;g34ac3a79713_2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4" name="Google Shape;46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dc0472a3e22865c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dc0472a3e22865c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dc0472a3e22865c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dc0472a3e22865c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dc0472a3e22865c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1" name="Google Shape;491;gdc0472a3e22865c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dc0472a3e22865c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dc0472a3e22865c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dc0472a3e22865c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dc0472a3e22865c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dc0472a3e22865c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dc0472a3e22865c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dc0472a3e22865c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dc0472a3e22865c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dc0472a3e22865c_1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dc0472a3e22865c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dc0472a3e22865c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dc0472a3e22865c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dc0472a3e22865c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dc0472a3e22865c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dc0472a3e22865c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dc0472a3e22865c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dc0472a3e22865c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1" name="Google Shape;551;gdc0472a3e22865c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dc0472a3e22865c_1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dc0472a3e22865c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dc0472a3e22865c_1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dc0472a3e22865c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dc0472a3e22865c_1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3" name="Google Shape;573;gdc0472a3e22865c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dc0472a3e22865c_2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dc0472a3e22865c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4ad3acfd2e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34ad3acfd2e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3" name="Google Shape;59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5" name="Google Shape;60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bit.ly/2TtBDfr" TargetMode="External"/><Relationship Id="rId5" Type="http://schemas.openxmlformats.org/officeDocument/2006/relationships/hyperlink" Target="http://bit.ly/2TyoMsr" TargetMode="External"/><Relationship Id="rId4" Type="http://schemas.openxmlformats.org/officeDocument/2006/relationships/hyperlink" Target="https://bit.ly/3A1uf1Q" TargetMode="Externa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58"/>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10" name="Google Shape;10;p58"/>
          <p:cNvSpPr txBox="1">
            <a:spLocks noGrp="1"/>
          </p:cNvSpPr>
          <p:nvPr>
            <p:ph type="ctrTitle"/>
          </p:nvPr>
        </p:nvSpPr>
        <p:spPr>
          <a:xfrm>
            <a:off x="1234950" y="1398100"/>
            <a:ext cx="6486900" cy="1560600"/>
          </a:xfrm>
          <a:prstGeom prst="rect">
            <a:avLst/>
          </a:prstGeom>
          <a:noFill/>
          <a:ln>
            <a:noFill/>
          </a:ln>
        </p:spPr>
        <p:txBody>
          <a:bodyPr spcFirstLastPara="1" wrap="square" lIns="91425" tIns="91425" rIns="91425" bIns="91425" anchor="b" anchorCtr="0">
            <a:noAutofit/>
          </a:bodyPr>
          <a:lstStyle>
            <a:lvl1pPr lvl="0" algn="l">
              <a:lnSpc>
                <a:spcPct val="90000"/>
              </a:lnSpc>
              <a:spcBef>
                <a:spcPts val="0"/>
              </a:spcBef>
              <a:spcAft>
                <a:spcPts val="0"/>
              </a:spcAft>
              <a:buClr>
                <a:srgbClr val="191919"/>
              </a:buClr>
              <a:buSzPts val="5200"/>
              <a:buNone/>
              <a:defRPr sz="55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58"/>
          <p:cNvSpPr txBox="1">
            <a:spLocks noGrp="1"/>
          </p:cNvSpPr>
          <p:nvPr>
            <p:ph type="subTitle" idx="1"/>
          </p:nvPr>
        </p:nvSpPr>
        <p:spPr>
          <a:xfrm>
            <a:off x="4572000" y="3461550"/>
            <a:ext cx="2947500" cy="3900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58"/>
          <p:cNvGrpSpPr/>
          <p:nvPr/>
        </p:nvGrpSpPr>
        <p:grpSpPr>
          <a:xfrm>
            <a:off x="-268674" y="-322163"/>
            <a:ext cx="9371983" cy="3960714"/>
            <a:chOff x="-268674" y="-322163"/>
            <a:chExt cx="9371983" cy="3960714"/>
          </a:xfrm>
        </p:grpSpPr>
        <p:grpSp>
          <p:nvGrpSpPr>
            <p:cNvPr id="13" name="Google Shape;13;p58"/>
            <p:cNvGrpSpPr/>
            <p:nvPr/>
          </p:nvGrpSpPr>
          <p:grpSpPr>
            <a:xfrm>
              <a:off x="225762" y="151638"/>
              <a:ext cx="8692477" cy="1388125"/>
              <a:chOff x="225762" y="151638"/>
              <a:chExt cx="8692477" cy="1388125"/>
            </a:xfrm>
          </p:grpSpPr>
          <p:pic>
            <p:nvPicPr>
              <p:cNvPr id="14" name="Google Shape;14;p58"/>
              <p:cNvPicPr preferRelativeResize="0"/>
              <p:nvPr/>
            </p:nvPicPr>
            <p:blipFill rotWithShape="1">
              <a:blip r:embed="rId2">
                <a:alphaModFix/>
              </a:blip>
              <a:srcRect/>
              <a:stretch/>
            </p:blipFill>
            <p:spPr>
              <a:xfrm rot="10800000">
                <a:off x="6955037" y="151638"/>
                <a:ext cx="1963202" cy="1388125"/>
              </a:xfrm>
              <a:prstGeom prst="rect">
                <a:avLst/>
              </a:prstGeom>
              <a:noFill/>
              <a:ln>
                <a:noFill/>
              </a:ln>
            </p:spPr>
          </p:pic>
          <p:pic>
            <p:nvPicPr>
              <p:cNvPr id="15" name="Google Shape;15;p58"/>
              <p:cNvPicPr preferRelativeResize="0"/>
              <p:nvPr/>
            </p:nvPicPr>
            <p:blipFill rotWithShape="1">
              <a:blip r:embed="rId2">
                <a:alphaModFix/>
              </a:blip>
              <a:srcRect/>
              <a:stretch/>
            </p:blipFill>
            <p:spPr>
              <a:xfrm rot="10800000" flipH="1">
                <a:off x="225762" y="151638"/>
                <a:ext cx="1963202" cy="1388125"/>
              </a:xfrm>
              <a:prstGeom prst="rect">
                <a:avLst/>
              </a:prstGeom>
              <a:noFill/>
              <a:ln>
                <a:noFill/>
              </a:ln>
            </p:spPr>
          </p:pic>
        </p:grpSp>
        <p:pic>
          <p:nvPicPr>
            <p:cNvPr id="16" name="Google Shape;16;p58"/>
            <p:cNvPicPr preferRelativeResize="0"/>
            <p:nvPr/>
          </p:nvPicPr>
          <p:blipFill rotWithShape="1">
            <a:blip r:embed="rId3">
              <a:alphaModFix/>
            </a:blip>
            <a:srcRect/>
            <a:stretch/>
          </p:blipFill>
          <p:spPr>
            <a:xfrm rot="5400000">
              <a:off x="7371875" y="1504250"/>
              <a:ext cx="2700599" cy="506600"/>
            </a:xfrm>
            <a:prstGeom prst="rect">
              <a:avLst/>
            </a:prstGeom>
            <a:noFill/>
            <a:ln>
              <a:noFill/>
            </a:ln>
          </p:spPr>
        </p:pic>
        <p:pic>
          <p:nvPicPr>
            <p:cNvPr id="17" name="Google Shape;17;p58"/>
            <p:cNvPicPr preferRelativeResize="0"/>
            <p:nvPr/>
          </p:nvPicPr>
          <p:blipFill rotWithShape="1">
            <a:blip r:embed="rId4">
              <a:alphaModFix/>
            </a:blip>
            <a:srcRect t="53277"/>
            <a:stretch/>
          </p:blipFill>
          <p:spPr>
            <a:xfrm rot="10800000">
              <a:off x="-268674" y="2723000"/>
              <a:ext cx="1861925" cy="915551"/>
            </a:xfrm>
            <a:prstGeom prst="rect">
              <a:avLst/>
            </a:prstGeom>
            <a:noFill/>
            <a:ln>
              <a:noFill/>
            </a:ln>
          </p:spPr>
        </p:pic>
        <p:pic>
          <p:nvPicPr>
            <p:cNvPr id="18" name="Google Shape;18;p58"/>
            <p:cNvPicPr preferRelativeResize="0"/>
            <p:nvPr/>
          </p:nvPicPr>
          <p:blipFill rotWithShape="1">
            <a:blip r:embed="rId4">
              <a:alphaModFix/>
            </a:blip>
            <a:srcRect/>
            <a:stretch/>
          </p:blipFill>
          <p:spPr>
            <a:xfrm rot="-5400000">
              <a:off x="7192572" y="-370975"/>
              <a:ext cx="1861925" cy="1959549"/>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59"/>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21" name="Google Shape;21;p5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9"/>
          <p:cNvSpPr txBox="1">
            <a:spLocks noGrp="1"/>
          </p:cNvSpPr>
          <p:nvPr>
            <p:ph type="body" idx="1"/>
          </p:nvPr>
        </p:nvSpPr>
        <p:spPr>
          <a:xfrm>
            <a:off x="720000" y="1063350"/>
            <a:ext cx="7704000" cy="3369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Font typeface="Nunito Light"/>
              <a:buChar char="●"/>
              <a:defRPr sz="1200"/>
            </a:lvl1pPr>
            <a:lvl2pPr marL="914400" lvl="1" indent="-317500" algn="l">
              <a:lnSpc>
                <a:spcPct val="100000"/>
              </a:lnSpc>
              <a:spcBef>
                <a:spcPts val="0"/>
              </a:spcBef>
              <a:spcAft>
                <a:spcPts val="0"/>
              </a:spcAft>
              <a:buSzPts val="1400"/>
              <a:buFont typeface="Nunito Light"/>
              <a:buChar char="○"/>
              <a:defRPr/>
            </a:lvl2pPr>
            <a:lvl3pPr marL="1371600" lvl="2" indent="-317500" algn="l">
              <a:lnSpc>
                <a:spcPct val="100000"/>
              </a:lnSpc>
              <a:spcBef>
                <a:spcPts val="0"/>
              </a:spcBef>
              <a:spcAft>
                <a:spcPts val="0"/>
              </a:spcAft>
              <a:buSzPts val="1400"/>
              <a:buFont typeface="Nunito Light"/>
              <a:buChar char="■"/>
              <a:defRPr/>
            </a:lvl3pPr>
            <a:lvl4pPr marL="1828800" lvl="3" indent="-317500" algn="l">
              <a:lnSpc>
                <a:spcPct val="100000"/>
              </a:lnSpc>
              <a:spcBef>
                <a:spcPts val="0"/>
              </a:spcBef>
              <a:spcAft>
                <a:spcPts val="0"/>
              </a:spcAft>
              <a:buSzPts val="1400"/>
              <a:buFont typeface="Nunito Light"/>
              <a:buChar char="●"/>
              <a:defRPr/>
            </a:lvl4pPr>
            <a:lvl5pPr marL="2286000" lvl="4" indent="-317500" algn="l">
              <a:lnSpc>
                <a:spcPct val="100000"/>
              </a:lnSpc>
              <a:spcBef>
                <a:spcPts val="0"/>
              </a:spcBef>
              <a:spcAft>
                <a:spcPts val="0"/>
              </a:spcAft>
              <a:buSzPts val="1400"/>
              <a:buFont typeface="Nunito Light"/>
              <a:buChar char="○"/>
              <a:defRPr/>
            </a:lvl5pPr>
            <a:lvl6pPr marL="2743200" lvl="5" indent="-317500" algn="l">
              <a:lnSpc>
                <a:spcPct val="100000"/>
              </a:lnSpc>
              <a:spcBef>
                <a:spcPts val="0"/>
              </a:spcBef>
              <a:spcAft>
                <a:spcPts val="0"/>
              </a:spcAft>
              <a:buSzPts val="1400"/>
              <a:buFont typeface="Nunito Light"/>
              <a:buChar char="■"/>
              <a:defRPr/>
            </a:lvl6pPr>
            <a:lvl7pPr marL="3200400" lvl="6" indent="-317500" algn="l">
              <a:lnSpc>
                <a:spcPct val="100000"/>
              </a:lnSpc>
              <a:spcBef>
                <a:spcPts val="0"/>
              </a:spcBef>
              <a:spcAft>
                <a:spcPts val="0"/>
              </a:spcAft>
              <a:buSzPts val="1400"/>
              <a:buFont typeface="Nunito Light"/>
              <a:buChar char="●"/>
              <a:defRPr/>
            </a:lvl7pPr>
            <a:lvl8pPr marL="3657600" lvl="7" indent="-317500" algn="l">
              <a:lnSpc>
                <a:spcPct val="100000"/>
              </a:lnSpc>
              <a:spcBef>
                <a:spcPts val="0"/>
              </a:spcBef>
              <a:spcAft>
                <a:spcPts val="0"/>
              </a:spcAft>
              <a:buSzPts val="1400"/>
              <a:buFont typeface="Nunito Light"/>
              <a:buChar char="○"/>
              <a:defRPr/>
            </a:lvl8pPr>
            <a:lvl9pPr marL="4114800" lvl="8" indent="-317500" algn="l">
              <a:lnSpc>
                <a:spcPct val="100000"/>
              </a:lnSpc>
              <a:spcBef>
                <a:spcPts val="0"/>
              </a:spcBef>
              <a:spcAft>
                <a:spcPts val="0"/>
              </a:spcAft>
              <a:buSzPts val="1400"/>
              <a:buFont typeface="Nunito Light"/>
              <a:buChar char="■"/>
              <a:defRPr/>
            </a:lvl9pPr>
          </a:lstStyle>
          <a:p>
            <a:endParaRPr/>
          </a:p>
        </p:txBody>
      </p:sp>
      <p:grpSp>
        <p:nvGrpSpPr>
          <p:cNvPr id="23" name="Google Shape;23;p59"/>
          <p:cNvGrpSpPr/>
          <p:nvPr/>
        </p:nvGrpSpPr>
        <p:grpSpPr>
          <a:xfrm>
            <a:off x="117372" y="1337863"/>
            <a:ext cx="8848828" cy="2467774"/>
            <a:chOff x="117372" y="1337863"/>
            <a:chExt cx="8848828" cy="2467774"/>
          </a:xfrm>
        </p:grpSpPr>
        <p:pic>
          <p:nvPicPr>
            <p:cNvPr id="24" name="Google Shape;24;p59"/>
            <p:cNvPicPr preferRelativeResize="0"/>
            <p:nvPr/>
          </p:nvPicPr>
          <p:blipFill rotWithShape="1">
            <a:blip r:embed="rId2">
              <a:alphaModFix/>
            </a:blip>
            <a:srcRect b="23111"/>
            <a:stretch/>
          </p:blipFill>
          <p:spPr>
            <a:xfrm rot="-5400000">
              <a:off x="7499961" y="2339387"/>
              <a:ext cx="2467751" cy="464725"/>
            </a:xfrm>
            <a:prstGeom prst="rect">
              <a:avLst/>
            </a:prstGeom>
            <a:noFill/>
            <a:ln>
              <a:noFill/>
            </a:ln>
          </p:spPr>
        </p:pic>
        <p:pic>
          <p:nvPicPr>
            <p:cNvPr id="25" name="Google Shape;25;p59"/>
            <p:cNvPicPr preferRelativeResize="0"/>
            <p:nvPr/>
          </p:nvPicPr>
          <p:blipFill rotWithShape="1">
            <a:blip r:embed="rId3">
              <a:alphaModFix/>
            </a:blip>
            <a:srcRect/>
            <a:stretch/>
          </p:blipFill>
          <p:spPr>
            <a:xfrm rot="5400000">
              <a:off x="-885049" y="2340284"/>
              <a:ext cx="2467774" cy="462933"/>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6"/>
        <p:cNvGrpSpPr/>
        <p:nvPr/>
      </p:nvGrpSpPr>
      <p:grpSpPr>
        <a:xfrm>
          <a:off x="0" y="0"/>
          <a:ext cx="0" cy="0"/>
          <a:chOff x="0" y="0"/>
          <a:chExt cx="0" cy="0"/>
        </a:xfrm>
      </p:grpSpPr>
      <p:sp>
        <p:nvSpPr>
          <p:cNvPr id="27" name="Google Shape;27;p60"/>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28" name="Google Shape;28;p6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60"/>
          <p:cNvSpPr txBox="1">
            <a:spLocks noGrp="1"/>
          </p:cNvSpPr>
          <p:nvPr>
            <p:ph type="subTitle" idx="1"/>
          </p:nvPr>
        </p:nvSpPr>
        <p:spPr>
          <a:xfrm>
            <a:off x="720000" y="2209200"/>
            <a:ext cx="28383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 name="Google Shape;30;p60"/>
          <p:cNvSpPr txBox="1">
            <a:spLocks noGrp="1"/>
          </p:cNvSpPr>
          <p:nvPr>
            <p:ph type="subTitle" idx="2"/>
          </p:nvPr>
        </p:nvSpPr>
        <p:spPr>
          <a:xfrm>
            <a:off x="4214900" y="2209200"/>
            <a:ext cx="28383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60"/>
          <p:cNvSpPr txBox="1">
            <a:spLocks noGrp="1"/>
          </p:cNvSpPr>
          <p:nvPr>
            <p:ph type="subTitle" idx="3"/>
          </p:nvPr>
        </p:nvSpPr>
        <p:spPr>
          <a:xfrm>
            <a:off x="720000" y="3942375"/>
            <a:ext cx="28383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60"/>
          <p:cNvSpPr txBox="1">
            <a:spLocks noGrp="1"/>
          </p:cNvSpPr>
          <p:nvPr>
            <p:ph type="subTitle" idx="4"/>
          </p:nvPr>
        </p:nvSpPr>
        <p:spPr>
          <a:xfrm>
            <a:off x="4214900" y="3942375"/>
            <a:ext cx="28383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3" name="Google Shape;33;p60"/>
          <p:cNvSpPr txBox="1">
            <a:spLocks noGrp="1"/>
          </p:cNvSpPr>
          <p:nvPr>
            <p:ph type="title" idx="5"/>
          </p:nvPr>
        </p:nvSpPr>
        <p:spPr>
          <a:xfrm>
            <a:off x="821600" y="13320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2400">
                <a:solidFill>
                  <a:schemeClr val="accent3"/>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4" name="Google Shape;34;p60"/>
          <p:cNvSpPr txBox="1">
            <a:spLocks noGrp="1"/>
          </p:cNvSpPr>
          <p:nvPr>
            <p:ph type="title" idx="6"/>
          </p:nvPr>
        </p:nvSpPr>
        <p:spPr>
          <a:xfrm>
            <a:off x="821600" y="3064618"/>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2400">
                <a:solidFill>
                  <a:schemeClr val="accent3"/>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5" name="Google Shape;35;p60"/>
          <p:cNvSpPr txBox="1">
            <a:spLocks noGrp="1"/>
          </p:cNvSpPr>
          <p:nvPr>
            <p:ph type="title" idx="7"/>
          </p:nvPr>
        </p:nvSpPr>
        <p:spPr>
          <a:xfrm>
            <a:off x="4316491" y="13320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2400">
                <a:solidFill>
                  <a:schemeClr val="accent3"/>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6" name="Google Shape;36;p60"/>
          <p:cNvSpPr txBox="1">
            <a:spLocks noGrp="1"/>
          </p:cNvSpPr>
          <p:nvPr>
            <p:ph type="title" idx="8"/>
          </p:nvPr>
        </p:nvSpPr>
        <p:spPr>
          <a:xfrm>
            <a:off x="4316491" y="3064618"/>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2400">
                <a:solidFill>
                  <a:schemeClr val="accent3"/>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7" name="Google Shape;37;p60"/>
          <p:cNvSpPr txBox="1">
            <a:spLocks noGrp="1"/>
          </p:cNvSpPr>
          <p:nvPr>
            <p:ph type="subTitle" idx="9"/>
          </p:nvPr>
        </p:nvSpPr>
        <p:spPr>
          <a:xfrm>
            <a:off x="720000" y="1801116"/>
            <a:ext cx="28383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38" name="Google Shape;38;p60"/>
          <p:cNvSpPr txBox="1">
            <a:spLocks noGrp="1"/>
          </p:cNvSpPr>
          <p:nvPr>
            <p:ph type="subTitle" idx="13"/>
          </p:nvPr>
        </p:nvSpPr>
        <p:spPr>
          <a:xfrm>
            <a:off x="4214891" y="1801116"/>
            <a:ext cx="28383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39" name="Google Shape;39;p60"/>
          <p:cNvSpPr txBox="1">
            <a:spLocks noGrp="1"/>
          </p:cNvSpPr>
          <p:nvPr>
            <p:ph type="subTitle" idx="14"/>
          </p:nvPr>
        </p:nvSpPr>
        <p:spPr>
          <a:xfrm>
            <a:off x="720000" y="3533776"/>
            <a:ext cx="28383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40" name="Google Shape;40;p60"/>
          <p:cNvSpPr txBox="1">
            <a:spLocks noGrp="1"/>
          </p:cNvSpPr>
          <p:nvPr>
            <p:ph type="subTitle" idx="15"/>
          </p:nvPr>
        </p:nvSpPr>
        <p:spPr>
          <a:xfrm>
            <a:off x="4214891" y="3533776"/>
            <a:ext cx="28383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l">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41" name="Google Shape;41;p60"/>
          <p:cNvGrpSpPr/>
          <p:nvPr/>
        </p:nvGrpSpPr>
        <p:grpSpPr>
          <a:xfrm>
            <a:off x="875350" y="127038"/>
            <a:ext cx="8033700" cy="4846535"/>
            <a:chOff x="875350" y="127038"/>
            <a:chExt cx="8033700" cy="4846535"/>
          </a:xfrm>
        </p:grpSpPr>
        <p:pic>
          <p:nvPicPr>
            <p:cNvPr id="42" name="Google Shape;42;p60"/>
            <p:cNvPicPr preferRelativeResize="0"/>
            <p:nvPr/>
          </p:nvPicPr>
          <p:blipFill rotWithShape="1">
            <a:blip r:embed="rId2">
              <a:alphaModFix/>
            </a:blip>
            <a:srcRect/>
            <a:stretch/>
          </p:blipFill>
          <p:spPr>
            <a:xfrm>
              <a:off x="7262350" y="4591273"/>
              <a:ext cx="1646700" cy="382300"/>
            </a:xfrm>
            <a:prstGeom prst="rect">
              <a:avLst/>
            </a:prstGeom>
            <a:noFill/>
            <a:ln>
              <a:noFill/>
            </a:ln>
          </p:spPr>
        </p:pic>
        <p:pic>
          <p:nvPicPr>
            <p:cNvPr id="43" name="Google Shape;43;p60"/>
            <p:cNvPicPr preferRelativeResize="0"/>
            <p:nvPr/>
          </p:nvPicPr>
          <p:blipFill rotWithShape="1">
            <a:blip r:embed="rId2">
              <a:alphaModFix/>
            </a:blip>
            <a:srcRect/>
            <a:stretch/>
          </p:blipFill>
          <p:spPr>
            <a:xfrm rot="10800000">
              <a:off x="875350" y="127038"/>
              <a:ext cx="797312" cy="185100"/>
            </a:xfrm>
            <a:prstGeom prst="rect">
              <a:avLst/>
            </a:prstGeom>
            <a:noFill/>
            <a:ln>
              <a:noFill/>
            </a:ln>
          </p:spPr>
        </p:pic>
      </p:grpSp>
      <p:grpSp>
        <p:nvGrpSpPr>
          <p:cNvPr id="44" name="Google Shape;44;p60"/>
          <p:cNvGrpSpPr/>
          <p:nvPr/>
        </p:nvGrpSpPr>
        <p:grpSpPr>
          <a:xfrm>
            <a:off x="-989124" y="-114101"/>
            <a:ext cx="9926867" cy="5390476"/>
            <a:chOff x="-989124" y="-114101"/>
            <a:chExt cx="9926867" cy="5390476"/>
          </a:xfrm>
        </p:grpSpPr>
        <p:pic>
          <p:nvPicPr>
            <p:cNvPr id="45" name="Google Shape;45;p60"/>
            <p:cNvPicPr preferRelativeResize="0"/>
            <p:nvPr/>
          </p:nvPicPr>
          <p:blipFill rotWithShape="1">
            <a:blip r:embed="rId3">
              <a:alphaModFix/>
            </a:blip>
            <a:srcRect/>
            <a:stretch/>
          </p:blipFill>
          <p:spPr>
            <a:xfrm rot="-5400000" flipH="1">
              <a:off x="7472389" y="3811021"/>
              <a:ext cx="2467774" cy="462933"/>
            </a:xfrm>
            <a:prstGeom prst="rect">
              <a:avLst/>
            </a:prstGeom>
            <a:noFill/>
            <a:ln>
              <a:noFill/>
            </a:ln>
          </p:spPr>
        </p:pic>
        <p:pic>
          <p:nvPicPr>
            <p:cNvPr id="46" name="Google Shape;46;p60"/>
            <p:cNvPicPr preferRelativeResize="0"/>
            <p:nvPr/>
          </p:nvPicPr>
          <p:blipFill rotWithShape="1">
            <a:blip r:embed="rId4">
              <a:alphaModFix/>
            </a:blip>
            <a:srcRect/>
            <a:stretch/>
          </p:blipFill>
          <p:spPr>
            <a:xfrm flipH="1">
              <a:off x="-989124" y="-114101"/>
              <a:ext cx="2123360" cy="667375"/>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7"/>
        <p:cNvGrpSpPr/>
        <p:nvPr/>
      </p:nvGrpSpPr>
      <p:grpSpPr>
        <a:xfrm>
          <a:off x="0" y="0"/>
          <a:ext cx="0" cy="0"/>
          <a:chOff x="0" y="0"/>
          <a:chExt cx="0" cy="0"/>
        </a:xfrm>
      </p:grpSpPr>
      <p:sp>
        <p:nvSpPr>
          <p:cNvPr id="48" name="Google Shape;48;p61"/>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49" name="Google Shape;49;p61"/>
          <p:cNvSpPr txBox="1">
            <a:spLocks noGrp="1"/>
          </p:cNvSpPr>
          <p:nvPr>
            <p:ph type="title"/>
          </p:nvPr>
        </p:nvSpPr>
        <p:spPr>
          <a:xfrm>
            <a:off x="2135550" y="1522704"/>
            <a:ext cx="4872900" cy="15018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800"/>
              <a:buNone/>
              <a:defRPr sz="8600"/>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sp>
        <p:nvSpPr>
          <p:cNvPr id="50" name="Google Shape;50;p61"/>
          <p:cNvSpPr txBox="1">
            <a:spLocks noGrp="1"/>
          </p:cNvSpPr>
          <p:nvPr>
            <p:ph type="subTitle" idx="1"/>
          </p:nvPr>
        </p:nvSpPr>
        <p:spPr>
          <a:xfrm>
            <a:off x="2135550" y="2842638"/>
            <a:ext cx="4872900" cy="6711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1"/>
        <p:cNvGrpSpPr/>
        <p:nvPr/>
      </p:nvGrpSpPr>
      <p:grpSpPr>
        <a:xfrm>
          <a:off x="0" y="0"/>
          <a:ext cx="0" cy="0"/>
          <a:chOff x="0" y="0"/>
          <a:chExt cx="0" cy="0"/>
        </a:xfrm>
      </p:grpSpPr>
      <p:sp>
        <p:nvSpPr>
          <p:cNvPr id="52" name="Google Shape;52;p62"/>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53" name="Google Shape;53;p62"/>
          <p:cNvSpPr txBox="1">
            <a:spLocks noGrp="1"/>
          </p:cNvSpPr>
          <p:nvPr>
            <p:ph type="title"/>
          </p:nvPr>
        </p:nvSpPr>
        <p:spPr>
          <a:xfrm>
            <a:off x="1902336" y="2352475"/>
            <a:ext cx="5067600" cy="1047000"/>
          </a:xfrm>
          <a:prstGeom prst="rect">
            <a:avLst/>
          </a:prstGeom>
          <a:solidFill>
            <a:schemeClr val="lt1"/>
          </a:solid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54" name="Google Shape;54;p62"/>
          <p:cNvSpPr txBox="1">
            <a:spLocks noGrp="1"/>
          </p:cNvSpPr>
          <p:nvPr>
            <p:ph type="title" idx="2"/>
          </p:nvPr>
        </p:nvSpPr>
        <p:spPr>
          <a:xfrm>
            <a:off x="2042402" y="1436575"/>
            <a:ext cx="1995000" cy="9159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15000"/>
              </a:lnSpc>
              <a:spcBef>
                <a:spcPts val="0"/>
              </a:spcBef>
              <a:spcAft>
                <a:spcPts val="0"/>
              </a:spcAft>
              <a:buClr>
                <a:schemeClr val="lt1"/>
              </a:buClr>
              <a:buSzPts val="6000"/>
              <a:buNone/>
              <a:defRPr sz="6000">
                <a:solidFill>
                  <a:schemeClr val="accent3"/>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55" name="Google Shape;55;p62"/>
          <p:cNvSpPr txBox="1">
            <a:spLocks noGrp="1"/>
          </p:cNvSpPr>
          <p:nvPr>
            <p:ph type="subTitle" idx="1"/>
          </p:nvPr>
        </p:nvSpPr>
        <p:spPr>
          <a:xfrm>
            <a:off x="1902324" y="3344388"/>
            <a:ext cx="5067600" cy="375000"/>
          </a:xfrm>
          <a:prstGeom prst="rect">
            <a:avLst/>
          </a:prstGeom>
          <a:solidFill>
            <a:schemeClr val="lt1"/>
          </a:solid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_1">
    <p:spTree>
      <p:nvGrpSpPr>
        <p:cNvPr id="1" name="Shape 56"/>
        <p:cNvGrpSpPr/>
        <p:nvPr/>
      </p:nvGrpSpPr>
      <p:grpSpPr>
        <a:xfrm>
          <a:off x="0" y="0"/>
          <a:ext cx="0" cy="0"/>
          <a:chOff x="0" y="0"/>
          <a:chExt cx="0" cy="0"/>
        </a:xfrm>
      </p:grpSpPr>
      <p:sp>
        <p:nvSpPr>
          <p:cNvPr id="57" name="Google Shape;57;p6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58" name="Google Shape;58;p6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9" name="Google Shape;59;p63"/>
          <p:cNvSpPr txBox="1">
            <a:spLocks noGrp="1"/>
          </p:cNvSpPr>
          <p:nvPr>
            <p:ph type="subTitle" idx="1"/>
          </p:nvPr>
        </p:nvSpPr>
        <p:spPr>
          <a:xfrm>
            <a:off x="4845613" y="1731125"/>
            <a:ext cx="3424200" cy="2104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0" name="Google Shape;60;p63"/>
          <p:cNvSpPr txBox="1">
            <a:spLocks noGrp="1"/>
          </p:cNvSpPr>
          <p:nvPr>
            <p:ph type="subTitle" idx="2"/>
          </p:nvPr>
        </p:nvSpPr>
        <p:spPr>
          <a:xfrm>
            <a:off x="874188" y="1731125"/>
            <a:ext cx="3424200" cy="2104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61" name="Google Shape;61;p63"/>
          <p:cNvGrpSpPr/>
          <p:nvPr/>
        </p:nvGrpSpPr>
        <p:grpSpPr>
          <a:xfrm>
            <a:off x="277425" y="4604002"/>
            <a:ext cx="3542749" cy="419800"/>
            <a:chOff x="277425" y="4604002"/>
            <a:chExt cx="3542749" cy="419800"/>
          </a:xfrm>
        </p:grpSpPr>
        <p:pic>
          <p:nvPicPr>
            <p:cNvPr id="62" name="Google Shape;62;p63"/>
            <p:cNvPicPr preferRelativeResize="0"/>
            <p:nvPr/>
          </p:nvPicPr>
          <p:blipFill rotWithShape="1">
            <a:blip r:embed="rId2">
              <a:alphaModFix/>
            </a:blip>
            <a:srcRect t="26723"/>
            <a:stretch/>
          </p:blipFill>
          <p:spPr>
            <a:xfrm>
              <a:off x="277425" y="4604002"/>
              <a:ext cx="2467749" cy="419800"/>
            </a:xfrm>
            <a:prstGeom prst="rect">
              <a:avLst/>
            </a:prstGeom>
            <a:noFill/>
            <a:ln>
              <a:noFill/>
            </a:ln>
          </p:spPr>
        </p:pic>
        <p:pic>
          <p:nvPicPr>
            <p:cNvPr id="63" name="Google Shape;63;p63"/>
            <p:cNvPicPr preferRelativeResize="0"/>
            <p:nvPr/>
          </p:nvPicPr>
          <p:blipFill rotWithShape="1">
            <a:blip r:embed="rId2">
              <a:alphaModFix/>
            </a:blip>
            <a:srcRect t="26723"/>
            <a:stretch/>
          </p:blipFill>
          <p:spPr>
            <a:xfrm>
              <a:off x="1352425" y="4604002"/>
              <a:ext cx="2467749" cy="419800"/>
            </a:xfrm>
            <a:prstGeom prst="rect">
              <a:avLst/>
            </a:prstGeom>
            <a:noFill/>
            <a:ln>
              <a:noFill/>
            </a:ln>
          </p:spPr>
        </p:pic>
      </p:grpSp>
      <p:grpSp>
        <p:nvGrpSpPr>
          <p:cNvPr id="64" name="Google Shape;64;p63"/>
          <p:cNvGrpSpPr/>
          <p:nvPr/>
        </p:nvGrpSpPr>
        <p:grpSpPr>
          <a:xfrm rot="10800000">
            <a:off x="568325" y="4633850"/>
            <a:ext cx="5797550" cy="230250"/>
            <a:chOff x="5873750" y="218475"/>
            <a:chExt cx="5797550" cy="230250"/>
          </a:xfrm>
        </p:grpSpPr>
        <p:cxnSp>
          <p:nvCxnSpPr>
            <p:cNvPr id="65" name="Google Shape;65;p63"/>
            <p:cNvCxnSpPr/>
            <p:nvPr/>
          </p:nvCxnSpPr>
          <p:spPr>
            <a:xfrm>
              <a:off x="5873750" y="290288"/>
              <a:ext cx="1981200" cy="0"/>
            </a:xfrm>
            <a:prstGeom prst="straightConnector1">
              <a:avLst/>
            </a:prstGeom>
            <a:noFill/>
            <a:ln w="9525" cap="flat" cmpd="sng">
              <a:solidFill>
                <a:schemeClr val="accent1"/>
              </a:solidFill>
              <a:prstDash val="solid"/>
              <a:round/>
              <a:headEnd type="oval" w="med" len="med"/>
              <a:tailEnd type="none" w="sm" len="sm"/>
            </a:ln>
          </p:spPr>
        </p:cxnSp>
        <p:sp>
          <p:nvSpPr>
            <p:cNvPr id="66" name="Google Shape;66;p63"/>
            <p:cNvSpPr/>
            <p:nvPr/>
          </p:nvSpPr>
          <p:spPr>
            <a:xfrm>
              <a:off x="6800850" y="218475"/>
              <a:ext cx="4870450" cy="230250"/>
            </a:xfrm>
            <a:custGeom>
              <a:avLst/>
              <a:gdLst/>
              <a:ahLst/>
              <a:cxnLst/>
              <a:rect l="l" t="t" r="r" b="b"/>
              <a:pathLst>
                <a:path w="194818" h="9210" extrusionOk="0">
                  <a:moveTo>
                    <a:pt x="194818" y="0"/>
                  </a:moveTo>
                  <a:lnTo>
                    <a:pt x="43688" y="233"/>
                  </a:lnTo>
                  <a:lnTo>
                    <a:pt x="38505" y="9210"/>
                  </a:lnTo>
                  <a:lnTo>
                    <a:pt x="10160" y="9210"/>
                  </a:lnTo>
                  <a:lnTo>
                    <a:pt x="0" y="9210"/>
                  </a:lnTo>
                </a:path>
              </a:pathLst>
            </a:custGeom>
            <a:noFill/>
            <a:ln w="9525" cap="flat" cmpd="sng">
              <a:solidFill>
                <a:schemeClr val="lt2"/>
              </a:solidFill>
              <a:prstDash val="solid"/>
              <a:round/>
              <a:headEnd type="none" w="sm" len="sm"/>
              <a:tailEnd type="oval" w="med" len="med"/>
            </a:ln>
          </p:spPr>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7"/>
        <p:cNvGrpSpPr/>
        <p:nvPr/>
      </p:nvGrpSpPr>
      <p:grpSpPr>
        <a:xfrm>
          <a:off x="0" y="0"/>
          <a:ext cx="0" cy="0"/>
          <a:chOff x="0" y="0"/>
          <a:chExt cx="0" cy="0"/>
        </a:xfrm>
      </p:grpSpPr>
      <p:sp>
        <p:nvSpPr>
          <p:cNvPr id="68" name="Google Shape;68;p64"/>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69" name="Google Shape;69;p64"/>
          <p:cNvSpPr txBox="1">
            <a:spLocks noGrp="1"/>
          </p:cNvSpPr>
          <p:nvPr>
            <p:ph type="title"/>
          </p:nvPr>
        </p:nvSpPr>
        <p:spPr>
          <a:xfrm>
            <a:off x="720000" y="794275"/>
            <a:ext cx="4855200" cy="977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0" name="Google Shape;70;p64"/>
          <p:cNvSpPr txBox="1">
            <a:spLocks noGrp="1"/>
          </p:cNvSpPr>
          <p:nvPr>
            <p:ph type="subTitle" idx="1"/>
          </p:nvPr>
        </p:nvSpPr>
        <p:spPr>
          <a:xfrm>
            <a:off x="720000" y="1986050"/>
            <a:ext cx="4855200" cy="20208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grpSp>
        <p:nvGrpSpPr>
          <p:cNvPr id="71" name="Google Shape;71;p64"/>
          <p:cNvGrpSpPr/>
          <p:nvPr/>
        </p:nvGrpSpPr>
        <p:grpSpPr>
          <a:xfrm>
            <a:off x="182702" y="-234952"/>
            <a:ext cx="9024798" cy="5339105"/>
            <a:chOff x="182702" y="-234952"/>
            <a:chExt cx="9024798" cy="5339105"/>
          </a:xfrm>
        </p:grpSpPr>
        <p:pic>
          <p:nvPicPr>
            <p:cNvPr id="72" name="Google Shape;72;p64"/>
            <p:cNvPicPr preferRelativeResize="0"/>
            <p:nvPr/>
          </p:nvPicPr>
          <p:blipFill rotWithShape="1">
            <a:blip r:embed="rId2">
              <a:alphaModFix/>
            </a:blip>
            <a:srcRect/>
            <a:stretch/>
          </p:blipFill>
          <p:spPr>
            <a:xfrm rot="-5400000">
              <a:off x="7298613" y="-283715"/>
              <a:ext cx="1860124" cy="1957650"/>
            </a:xfrm>
            <a:prstGeom prst="rect">
              <a:avLst/>
            </a:prstGeom>
            <a:noFill/>
            <a:ln>
              <a:noFill/>
            </a:ln>
          </p:spPr>
        </p:pic>
        <p:grpSp>
          <p:nvGrpSpPr>
            <p:cNvPr id="73" name="Google Shape;73;p64"/>
            <p:cNvGrpSpPr/>
            <p:nvPr/>
          </p:nvGrpSpPr>
          <p:grpSpPr>
            <a:xfrm>
              <a:off x="182702" y="4549372"/>
              <a:ext cx="1318665" cy="554781"/>
              <a:chOff x="184150" y="4403675"/>
              <a:chExt cx="1412300" cy="594175"/>
            </a:xfrm>
          </p:grpSpPr>
          <p:pic>
            <p:nvPicPr>
              <p:cNvPr id="74" name="Google Shape;74;p64"/>
              <p:cNvPicPr preferRelativeResize="0"/>
              <p:nvPr/>
            </p:nvPicPr>
            <p:blipFill rotWithShape="1">
              <a:blip r:embed="rId3">
                <a:alphaModFix/>
              </a:blip>
              <a:srcRect r="51777"/>
              <a:stretch/>
            </p:blipFill>
            <p:spPr>
              <a:xfrm rot="10800000">
                <a:off x="184150" y="4534925"/>
                <a:ext cx="1190051" cy="462925"/>
              </a:xfrm>
              <a:prstGeom prst="rect">
                <a:avLst/>
              </a:prstGeom>
              <a:noFill/>
              <a:ln>
                <a:noFill/>
              </a:ln>
            </p:spPr>
          </p:pic>
          <p:pic>
            <p:nvPicPr>
              <p:cNvPr id="75" name="Google Shape;75;p64"/>
              <p:cNvPicPr preferRelativeResize="0"/>
              <p:nvPr/>
            </p:nvPicPr>
            <p:blipFill rotWithShape="1">
              <a:blip r:embed="rId3">
                <a:alphaModFix/>
              </a:blip>
              <a:srcRect t="-2240" r="42771" b="2229"/>
              <a:stretch/>
            </p:blipFill>
            <p:spPr>
              <a:xfrm rot="10800000">
                <a:off x="184151" y="4403675"/>
                <a:ext cx="1412299" cy="462950"/>
              </a:xfrm>
              <a:prstGeom prst="rect">
                <a:avLst/>
              </a:prstGeom>
              <a:noFill/>
              <a:ln>
                <a:noFill/>
              </a:ln>
            </p:spPr>
          </p:pic>
        </p:grpSp>
      </p:grpSp>
      <p:pic>
        <p:nvPicPr>
          <p:cNvPr id="76" name="Google Shape;76;p64"/>
          <p:cNvPicPr preferRelativeResize="0"/>
          <p:nvPr/>
        </p:nvPicPr>
        <p:blipFill rotWithShape="1">
          <a:blip r:embed="rId4">
            <a:alphaModFix/>
          </a:blip>
          <a:srcRect l="1941" b="8692"/>
          <a:stretch/>
        </p:blipFill>
        <p:spPr>
          <a:xfrm flipH="1">
            <a:off x="5295899" y="3831200"/>
            <a:ext cx="3854451" cy="13123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7"/>
        <p:cNvGrpSpPr/>
        <p:nvPr/>
      </p:nvGrpSpPr>
      <p:grpSpPr>
        <a:xfrm>
          <a:off x="0" y="0"/>
          <a:ext cx="0" cy="0"/>
          <a:chOff x="0" y="0"/>
          <a:chExt cx="0" cy="0"/>
        </a:xfrm>
      </p:grpSpPr>
      <p:sp>
        <p:nvSpPr>
          <p:cNvPr id="78" name="Google Shape;78;p65"/>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79" name="Google Shape;79;p6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0" name="Google Shape;80;p65"/>
          <p:cNvSpPr txBox="1">
            <a:spLocks noGrp="1"/>
          </p:cNvSpPr>
          <p:nvPr>
            <p:ph type="subTitle" idx="1"/>
          </p:nvPr>
        </p:nvSpPr>
        <p:spPr>
          <a:xfrm>
            <a:off x="5083765" y="2582715"/>
            <a:ext cx="2613300" cy="10368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81" name="Google Shape;81;p65"/>
          <p:cNvSpPr txBox="1">
            <a:spLocks noGrp="1"/>
          </p:cNvSpPr>
          <p:nvPr>
            <p:ph type="subTitle" idx="2"/>
          </p:nvPr>
        </p:nvSpPr>
        <p:spPr>
          <a:xfrm>
            <a:off x="1462395" y="2582715"/>
            <a:ext cx="2613300" cy="10368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82" name="Google Shape;82;p65"/>
          <p:cNvSpPr txBox="1">
            <a:spLocks noGrp="1"/>
          </p:cNvSpPr>
          <p:nvPr>
            <p:ph type="subTitle" idx="3"/>
          </p:nvPr>
        </p:nvSpPr>
        <p:spPr>
          <a:xfrm>
            <a:off x="5083759" y="2247315"/>
            <a:ext cx="26133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83" name="Google Shape;83;p65"/>
          <p:cNvSpPr txBox="1">
            <a:spLocks noGrp="1"/>
          </p:cNvSpPr>
          <p:nvPr>
            <p:ph type="subTitle" idx="4"/>
          </p:nvPr>
        </p:nvSpPr>
        <p:spPr>
          <a:xfrm>
            <a:off x="1462170" y="2247315"/>
            <a:ext cx="26133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84" name="Google Shape;84;p65"/>
          <p:cNvGrpSpPr/>
          <p:nvPr/>
        </p:nvGrpSpPr>
        <p:grpSpPr>
          <a:xfrm>
            <a:off x="203824" y="197286"/>
            <a:ext cx="8755913" cy="4831913"/>
            <a:chOff x="203824" y="197286"/>
            <a:chExt cx="8755913" cy="4831913"/>
          </a:xfrm>
        </p:grpSpPr>
        <p:pic>
          <p:nvPicPr>
            <p:cNvPr id="85" name="Google Shape;85;p65"/>
            <p:cNvPicPr preferRelativeResize="0"/>
            <p:nvPr/>
          </p:nvPicPr>
          <p:blipFill rotWithShape="1">
            <a:blip r:embed="rId2">
              <a:alphaModFix/>
            </a:blip>
            <a:srcRect/>
            <a:stretch/>
          </p:blipFill>
          <p:spPr>
            <a:xfrm rot="-5400000" flipH="1">
              <a:off x="7284074" y="484825"/>
              <a:ext cx="1963202" cy="1388124"/>
            </a:xfrm>
            <a:prstGeom prst="rect">
              <a:avLst/>
            </a:prstGeom>
            <a:noFill/>
            <a:ln>
              <a:noFill/>
            </a:ln>
          </p:spPr>
        </p:pic>
        <p:pic>
          <p:nvPicPr>
            <p:cNvPr id="86" name="Google Shape;86;p65"/>
            <p:cNvPicPr preferRelativeResize="0"/>
            <p:nvPr/>
          </p:nvPicPr>
          <p:blipFill rotWithShape="1">
            <a:blip r:embed="rId2">
              <a:alphaModFix/>
            </a:blip>
            <a:srcRect/>
            <a:stretch/>
          </p:blipFill>
          <p:spPr>
            <a:xfrm>
              <a:off x="203824" y="3641075"/>
              <a:ext cx="1963202" cy="1388124"/>
            </a:xfrm>
            <a:prstGeom prst="rect">
              <a:avLst/>
            </a:prstGeom>
            <a:noFill/>
            <a:ln>
              <a:noFill/>
            </a:ln>
          </p:spPr>
        </p:pic>
      </p:grpSp>
      <p:grpSp>
        <p:nvGrpSpPr>
          <p:cNvPr id="87" name="Google Shape;87;p65"/>
          <p:cNvGrpSpPr/>
          <p:nvPr/>
        </p:nvGrpSpPr>
        <p:grpSpPr>
          <a:xfrm>
            <a:off x="720000" y="146984"/>
            <a:ext cx="8023949" cy="4844116"/>
            <a:chOff x="720000" y="146984"/>
            <a:chExt cx="8023949" cy="4844116"/>
          </a:xfrm>
        </p:grpSpPr>
        <p:pic>
          <p:nvPicPr>
            <p:cNvPr id="88" name="Google Shape;88;p65"/>
            <p:cNvPicPr preferRelativeResize="0"/>
            <p:nvPr/>
          </p:nvPicPr>
          <p:blipFill rotWithShape="1">
            <a:blip r:embed="rId3">
              <a:alphaModFix/>
            </a:blip>
            <a:srcRect b="23435"/>
            <a:stretch/>
          </p:blipFill>
          <p:spPr>
            <a:xfrm>
              <a:off x="720000" y="4457700"/>
              <a:ext cx="3363601" cy="533400"/>
            </a:xfrm>
            <a:prstGeom prst="rect">
              <a:avLst/>
            </a:prstGeom>
            <a:noFill/>
            <a:ln>
              <a:noFill/>
            </a:ln>
          </p:spPr>
        </p:pic>
        <p:pic>
          <p:nvPicPr>
            <p:cNvPr id="89" name="Google Shape;89;p65"/>
            <p:cNvPicPr preferRelativeResize="0"/>
            <p:nvPr/>
          </p:nvPicPr>
          <p:blipFill rotWithShape="1">
            <a:blip r:embed="rId4">
              <a:alphaModFix/>
            </a:blip>
            <a:srcRect t="27541" r="2656"/>
            <a:stretch/>
          </p:blipFill>
          <p:spPr>
            <a:xfrm>
              <a:off x="5245100" y="146984"/>
              <a:ext cx="3498849" cy="533400"/>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90"/>
        <p:cNvGrpSpPr/>
        <p:nvPr/>
      </p:nvGrpSpPr>
      <p:grpSpPr>
        <a:xfrm>
          <a:off x="0" y="0"/>
          <a:ext cx="0" cy="0"/>
          <a:chOff x="0" y="0"/>
          <a:chExt cx="0" cy="0"/>
        </a:xfrm>
      </p:grpSpPr>
      <p:sp>
        <p:nvSpPr>
          <p:cNvPr id="91" name="Google Shape;91;p66"/>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92" name="Google Shape;92;p6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3" name="Google Shape;93;p66"/>
          <p:cNvSpPr txBox="1">
            <a:spLocks noGrp="1"/>
          </p:cNvSpPr>
          <p:nvPr>
            <p:ph type="subTitle" idx="1"/>
          </p:nvPr>
        </p:nvSpPr>
        <p:spPr>
          <a:xfrm>
            <a:off x="720000" y="2535201"/>
            <a:ext cx="1979400" cy="10155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4" name="Google Shape;94;p66"/>
          <p:cNvSpPr txBox="1">
            <a:spLocks noGrp="1"/>
          </p:cNvSpPr>
          <p:nvPr>
            <p:ph type="subTitle" idx="2"/>
          </p:nvPr>
        </p:nvSpPr>
        <p:spPr>
          <a:xfrm>
            <a:off x="3588648" y="2535201"/>
            <a:ext cx="1979400" cy="10155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5" name="Google Shape;95;p66"/>
          <p:cNvSpPr txBox="1">
            <a:spLocks noGrp="1"/>
          </p:cNvSpPr>
          <p:nvPr>
            <p:ph type="subTitle" idx="3"/>
          </p:nvPr>
        </p:nvSpPr>
        <p:spPr>
          <a:xfrm>
            <a:off x="6444602" y="2535201"/>
            <a:ext cx="1979400" cy="10155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6" name="Google Shape;96;p66"/>
          <p:cNvSpPr txBox="1">
            <a:spLocks noGrp="1"/>
          </p:cNvSpPr>
          <p:nvPr>
            <p:ph type="subTitle" idx="4"/>
          </p:nvPr>
        </p:nvSpPr>
        <p:spPr>
          <a:xfrm>
            <a:off x="720000" y="2199800"/>
            <a:ext cx="19794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7" name="Google Shape;97;p66"/>
          <p:cNvSpPr txBox="1">
            <a:spLocks noGrp="1"/>
          </p:cNvSpPr>
          <p:nvPr>
            <p:ph type="subTitle" idx="5"/>
          </p:nvPr>
        </p:nvSpPr>
        <p:spPr>
          <a:xfrm>
            <a:off x="3588651" y="2199800"/>
            <a:ext cx="19794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8" name="Google Shape;98;p66"/>
          <p:cNvSpPr txBox="1">
            <a:spLocks noGrp="1"/>
          </p:cNvSpPr>
          <p:nvPr>
            <p:ph type="subTitle" idx="6"/>
          </p:nvPr>
        </p:nvSpPr>
        <p:spPr>
          <a:xfrm>
            <a:off x="6444603" y="2199800"/>
            <a:ext cx="19794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99" name="Google Shape;99;p66"/>
          <p:cNvGrpSpPr/>
          <p:nvPr/>
        </p:nvGrpSpPr>
        <p:grpSpPr>
          <a:xfrm>
            <a:off x="5873750" y="224313"/>
            <a:ext cx="2940050" cy="224425"/>
            <a:chOff x="5873750" y="224313"/>
            <a:chExt cx="2940050" cy="224425"/>
          </a:xfrm>
        </p:grpSpPr>
        <p:cxnSp>
          <p:nvCxnSpPr>
            <p:cNvPr id="100" name="Google Shape;100;p66"/>
            <p:cNvCxnSpPr/>
            <p:nvPr/>
          </p:nvCxnSpPr>
          <p:spPr>
            <a:xfrm>
              <a:off x="5873750" y="290288"/>
              <a:ext cx="1981200" cy="0"/>
            </a:xfrm>
            <a:prstGeom prst="straightConnector1">
              <a:avLst/>
            </a:prstGeom>
            <a:noFill/>
            <a:ln w="9525" cap="flat" cmpd="sng">
              <a:solidFill>
                <a:schemeClr val="accent1"/>
              </a:solidFill>
              <a:prstDash val="solid"/>
              <a:round/>
              <a:headEnd type="oval" w="med" len="med"/>
              <a:tailEnd type="none" w="sm" len="sm"/>
            </a:ln>
          </p:spPr>
        </p:cxnSp>
        <p:sp>
          <p:nvSpPr>
            <p:cNvPr id="101" name="Google Shape;101;p66"/>
            <p:cNvSpPr/>
            <p:nvPr/>
          </p:nvSpPr>
          <p:spPr>
            <a:xfrm rot="10800000">
              <a:off x="6800850" y="224313"/>
              <a:ext cx="2012950" cy="224425"/>
            </a:xfrm>
            <a:custGeom>
              <a:avLst/>
              <a:gdLst/>
              <a:ahLst/>
              <a:cxnLst/>
              <a:rect l="l" t="t" r="r" b="b"/>
              <a:pathLst>
                <a:path w="80518" h="8977" extrusionOk="0">
                  <a:moveTo>
                    <a:pt x="0" y="8977"/>
                  </a:moveTo>
                  <a:lnTo>
                    <a:pt x="36830" y="8977"/>
                  </a:lnTo>
                  <a:lnTo>
                    <a:pt x="42013" y="0"/>
                  </a:lnTo>
                  <a:lnTo>
                    <a:pt x="70358" y="0"/>
                  </a:lnTo>
                  <a:lnTo>
                    <a:pt x="80518" y="0"/>
                  </a:lnTo>
                </a:path>
              </a:pathLst>
            </a:custGeom>
            <a:noFill/>
            <a:ln w="9525" cap="flat" cmpd="sng">
              <a:solidFill>
                <a:schemeClr val="lt2"/>
              </a:solidFill>
              <a:prstDash val="solid"/>
              <a:round/>
              <a:headEnd type="none" w="sm" len="sm"/>
              <a:tailEnd type="oval" w="med" len="med"/>
            </a:ln>
          </p:spPr>
        </p:sp>
      </p:grpSp>
      <p:grpSp>
        <p:nvGrpSpPr>
          <p:cNvPr id="102" name="Google Shape;102;p66"/>
          <p:cNvGrpSpPr/>
          <p:nvPr/>
        </p:nvGrpSpPr>
        <p:grpSpPr>
          <a:xfrm>
            <a:off x="3124200" y="4610350"/>
            <a:ext cx="3549651" cy="387101"/>
            <a:chOff x="3124200" y="4610350"/>
            <a:chExt cx="3549651" cy="387101"/>
          </a:xfrm>
        </p:grpSpPr>
        <p:pic>
          <p:nvPicPr>
            <p:cNvPr id="103" name="Google Shape;103;p66"/>
            <p:cNvPicPr preferRelativeResize="0"/>
            <p:nvPr/>
          </p:nvPicPr>
          <p:blipFill rotWithShape="1">
            <a:blip r:embed="rId2">
              <a:alphaModFix/>
            </a:blip>
            <a:srcRect t="58030" b="6290"/>
            <a:stretch/>
          </p:blipFill>
          <p:spPr>
            <a:xfrm>
              <a:off x="4245892" y="4610350"/>
              <a:ext cx="2427959" cy="387101"/>
            </a:xfrm>
            <a:prstGeom prst="rect">
              <a:avLst/>
            </a:prstGeom>
            <a:noFill/>
            <a:ln>
              <a:noFill/>
            </a:ln>
          </p:spPr>
        </p:pic>
        <p:pic>
          <p:nvPicPr>
            <p:cNvPr id="104" name="Google Shape;104;p66"/>
            <p:cNvPicPr preferRelativeResize="0"/>
            <p:nvPr/>
          </p:nvPicPr>
          <p:blipFill rotWithShape="1">
            <a:blip r:embed="rId3">
              <a:alphaModFix/>
            </a:blip>
            <a:srcRect l="23295" t="76293"/>
            <a:stretch/>
          </p:blipFill>
          <p:spPr>
            <a:xfrm rot="10800000">
              <a:off x="3124200" y="4639375"/>
              <a:ext cx="1505849" cy="329075"/>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05"/>
        <p:cNvGrpSpPr/>
        <p:nvPr/>
      </p:nvGrpSpPr>
      <p:grpSpPr>
        <a:xfrm>
          <a:off x="0" y="0"/>
          <a:ext cx="0" cy="0"/>
          <a:chOff x="0" y="0"/>
          <a:chExt cx="0" cy="0"/>
        </a:xfrm>
      </p:grpSpPr>
      <p:sp>
        <p:nvSpPr>
          <p:cNvPr id="106" name="Google Shape;106;p67"/>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107" name="Google Shape;107;p6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8" name="Google Shape;108;p67"/>
          <p:cNvSpPr txBox="1">
            <a:spLocks noGrp="1"/>
          </p:cNvSpPr>
          <p:nvPr>
            <p:ph type="subTitle" idx="1"/>
          </p:nvPr>
        </p:nvSpPr>
        <p:spPr>
          <a:xfrm>
            <a:off x="1838848" y="2095550"/>
            <a:ext cx="19782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09" name="Google Shape;109;p67"/>
          <p:cNvSpPr txBox="1">
            <a:spLocks noGrp="1"/>
          </p:cNvSpPr>
          <p:nvPr>
            <p:ph type="subTitle" idx="2"/>
          </p:nvPr>
        </p:nvSpPr>
        <p:spPr>
          <a:xfrm>
            <a:off x="5326952" y="2095550"/>
            <a:ext cx="19782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0" name="Google Shape;110;p67"/>
          <p:cNvSpPr txBox="1">
            <a:spLocks noGrp="1"/>
          </p:cNvSpPr>
          <p:nvPr>
            <p:ph type="subTitle" idx="3"/>
          </p:nvPr>
        </p:nvSpPr>
        <p:spPr>
          <a:xfrm>
            <a:off x="1838848" y="3719125"/>
            <a:ext cx="19782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1" name="Google Shape;111;p67"/>
          <p:cNvSpPr txBox="1">
            <a:spLocks noGrp="1"/>
          </p:cNvSpPr>
          <p:nvPr>
            <p:ph type="subTitle" idx="4"/>
          </p:nvPr>
        </p:nvSpPr>
        <p:spPr>
          <a:xfrm>
            <a:off x="5326952" y="3719125"/>
            <a:ext cx="19782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2" name="Google Shape;112;p67"/>
          <p:cNvSpPr txBox="1">
            <a:spLocks noGrp="1"/>
          </p:cNvSpPr>
          <p:nvPr>
            <p:ph type="subTitle" idx="5"/>
          </p:nvPr>
        </p:nvSpPr>
        <p:spPr>
          <a:xfrm>
            <a:off x="1838848" y="1760150"/>
            <a:ext cx="19782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3" name="Google Shape;113;p67"/>
          <p:cNvSpPr txBox="1">
            <a:spLocks noGrp="1"/>
          </p:cNvSpPr>
          <p:nvPr>
            <p:ph type="subTitle" idx="6"/>
          </p:nvPr>
        </p:nvSpPr>
        <p:spPr>
          <a:xfrm>
            <a:off x="1838848" y="3383725"/>
            <a:ext cx="19782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4" name="Google Shape;114;p67"/>
          <p:cNvSpPr txBox="1">
            <a:spLocks noGrp="1"/>
          </p:cNvSpPr>
          <p:nvPr>
            <p:ph type="subTitle" idx="7"/>
          </p:nvPr>
        </p:nvSpPr>
        <p:spPr>
          <a:xfrm>
            <a:off x="5326948" y="1760150"/>
            <a:ext cx="19782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5" name="Google Shape;115;p67"/>
          <p:cNvSpPr txBox="1">
            <a:spLocks noGrp="1"/>
          </p:cNvSpPr>
          <p:nvPr>
            <p:ph type="subTitle" idx="8"/>
          </p:nvPr>
        </p:nvSpPr>
        <p:spPr>
          <a:xfrm>
            <a:off x="5326948" y="3383725"/>
            <a:ext cx="19782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16" name="Google Shape;116;p67"/>
          <p:cNvGrpSpPr/>
          <p:nvPr/>
        </p:nvGrpSpPr>
        <p:grpSpPr>
          <a:xfrm>
            <a:off x="181125" y="4560350"/>
            <a:ext cx="1734684" cy="459650"/>
            <a:chOff x="181125" y="4560350"/>
            <a:chExt cx="1734684" cy="459650"/>
          </a:xfrm>
        </p:grpSpPr>
        <p:pic>
          <p:nvPicPr>
            <p:cNvPr id="117" name="Google Shape;117;p67"/>
            <p:cNvPicPr preferRelativeResize="0"/>
            <p:nvPr/>
          </p:nvPicPr>
          <p:blipFill rotWithShape="1">
            <a:blip r:embed="rId2">
              <a:alphaModFix/>
            </a:blip>
            <a:srcRect l="12380"/>
            <a:stretch/>
          </p:blipFill>
          <p:spPr>
            <a:xfrm>
              <a:off x="181125" y="4560350"/>
              <a:ext cx="1734684" cy="459650"/>
            </a:xfrm>
            <a:prstGeom prst="rect">
              <a:avLst/>
            </a:prstGeom>
            <a:noFill/>
            <a:ln>
              <a:noFill/>
            </a:ln>
          </p:spPr>
        </p:pic>
        <p:pic>
          <p:nvPicPr>
            <p:cNvPr id="118" name="Google Shape;118;p67"/>
            <p:cNvPicPr preferRelativeResize="0"/>
            <p:nvPr/>
          </p:nvPicPr>
          <p:blipFill rotWithShape="1">
            <a:blip r:embed="rId3">
              <a:alphaModFix/>
            </a:blip>
            <a:srcRect/>
            <a:stretch/>
          </p:blipFill>
          <p:spPr>
            <a:xfrm rot="10800000">
              <a:off x="820024" y="4668699"/>
              <a:ext cx="456876" cy="242950"/>
            </a:xfrm>
            <a:prstGeom prst="rect">
              <a:avLst/>
            </a:prstGeom>
            <a:noFill/>
            <a:ln>
              <a:noFill/>
            </a:ln>
          </p:spPr>
        </p:pic>
      </p:grpSp>
      <p:grpSp>
        <p:nvGrpSpPr>
          <p:cNvPr id="119" name="Google Shape;119;p67"/>
          <p:cNvGrpSpPr/>
          <p:nvPr/>
        </p:nvGrpSpPr>
        <p:grpSpPr>
          <a:xfrm>
            <a:off x="7422124" y="2694275"/>
            <a:ext cx="1502801" cy="3032449"/>
            <a:chOff x="7364974" y="2694275"/>
            <a:chExt cx="1502801" cy="3032449"/>
          </a:xfrm>
        </p:grpSpPr>
        <p:pic>
          <p:nvPicPr>
            <p:cNvPr id="120" name="Google Shape;120;p67"/>
            <p:cNvPicPr preferRelativeResize="0"/>
            <p:nvPr/>
          </p:nvPicPr>
          <p:blipFill rotWithShape="1">
            <a:blip r:embed="rId4">
              <a:alphaModFix amt="39000"/>
            </a:blip>
            <a:srcRect b="78197"/>
            <a:stretch/>
          </p:blipFill>
          <p:spPr>
            <a:xfrm rot="5400000">
              <a:off x="6281062" y="3997262"/>
              <a:ext cx="2813374" cy="645550"/>
            </a:xfrm>
            <a:prstGeom prst="rect">
              <a:avLst/>
            </a:prstGeom>
            <a:noFill/>
            <a:ln>
              <a:noFill/>
            </a:ln>
          </p:spPr>
        </p:pic>
        <p:pic>
          <p:nvPicPr>
            <p:cNvPr id="121" name="Google Shape;121;p67"/>
            <p:cNvPicPr preferRelativeResize="0"/>
            <p:nvPr/>
          </p:nvPicPr>
          <p:blipFill rotWithShape="1">
            <a:blip r:embed="rId4">
              <a:alphaModFix/>
            </a:blip>
            <a:srcRect l="2039" t="55998" r="-2039" b="7400"/>
            <a:stretch/>
          </p:blipFill>
          <p:spPr>
            <a:xfrm rot="5400000">
              <a:off x="6919238" y="3559112"/>
              <a:ext cx="2813374" cy="1083700"/>
            </a:xfrm>
            <a:prstGeom prst="rect">
              <a:avLst/>
            </a:prstGeom>
            <a:noFill/>
            <a:ln>
              <a:noFill/>
            </a:ln>
          </p:spPr>
        </p:pic>
      </p:grpSp>
      <p:grpSp>
        <p:nvGrpSpPr>
          <p:cNvPr id="122" name="Google Shape;122;p67"/>
          <p:cNvGrpSpPr/>
          <p:nvPr/>
        </p:nvGrpSpPr>
        <p:grpSpPr>
          <a:xfrm>
            <a:off x="3408501" y="149950"/>
            <a:ext cx="4900548" cy="508917"/>
            <a:chOff x="3408501" y="149950"/>
            <a:chExt cx="4900548" cy="508917"/>
          </a:xfrm>
        </p:grpSpPr>
        <p:pic>
          <p:nvPicPr>
            <p:cNvPr id="123" name="Google Shape;123;p67"/>
            <p:cNvPicPr preferRelativeResize="0"/>
            <p:nvPr/>
          </p:nvPicPr>
          <p:blipFill rotWithShape="1">
            <a:blip r:embed="rId5">
              <a:alphaModFix amt="85000"/>
            </a:blip>
            <a:srcRect b="25816"/>
            <a:stretch/>
          </p:blipFill>
          <p:spPr>
            <a:xfrm rot="10800000">
              <a:off x="4323049" y="149950"/>
              <a:ext cx="3986000" cy="459650"/>
            </a:xfrm>
            <a:prstGeom prst="rect">
              <a:avLst/>
            </a:prstGeom>
            <a:noFill/>
            <a:ln>
              <a:noFill/>
            </a:ln>
          </p:spPr>
        </p:pic>
        <p:pic>
          <p:nvPicPr>
            <p:cNvPr id="124" name="Google Shape;124;p67"/>
            <p:cNvPicPr preferRelativeResize="0"/>
            <p:nvPr/>
          </p:nvPicPr>
          <p:blipFill rotWithShape="1">
            <a:blip r:embed="rId6">
              <a:alphaModFix/>
            </a:blip>
            <a:srcRect/>
            <a:stretch/>
          </p:blipFill>
          <p:spPr>
            <a:xfrm rot="10800000">
              <a:off x="3408501" y="195934"/>
              <a:ext cx="2467774" cy="462933"/>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25"/>
        <p:cNvGrpSpPr/>
        <p:nvPr/>
      </p:nvGrpSpPr>
      <p:grpSpPr>
        <a:xfrm>
          <a:off x="0" y="0"/>
          <a:ext cx="0" cy="0"/>
          <a:chOff x="0" y="0"/>
          <a:chExt cx="0" cy="0"/>
        </a:xfrm>
      </p:grpSpPr>
      <p:sp>
        <p:nvSpPr>
          <p:cNvPr id="126" name="Google Shape;126;p68"/>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127" name="Google Shape;127;p6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8" name="Google Shape;128;p68"/>
          <p:cNvSpPr txBox="1">
            <a:spLocks noGrp="1"/>
          </p:cNvSpPr>
          <p:nvPr>
            <p:ph type="subTitle" idx="1"/>
          </p:nvPr>
        </p:nvSpPr>
        <p:spPr>
          <a:xfrm>
            <a:off x="720000" y="2095563"/>
            <a:ext cx="2208900" cy="63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9" name="Google Shape;129;p68"/>
          <p:cNvSpPr txBox="1">
            <a:spLocks noGrp="1"/>
          </p:cNvSpPr>
          <p:nvPr>
            <p:ph type="subTitle" idx="2"/>
          </p:nvPr>
        </p:nvSpPr>
        <p:spPr>
          <a:xfrm>
            <a:off x="3467622" y="2095563"/>
            <a:ext cx="2208900" cy="63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0" name="Google Shape;130;p68"/>
          <p:cNvSpPr txBox="1">
            <a:spLocks noGrp="1"/>
          </p:cNvSpPr>
          <p:nvPr>
            <p:ph type="subTitle" idx="3"/>
          </p:nvPr>
        </p:nvSpPr>
        <p:spPr>
          <a:xfrm>
            <a:off x="720000" y="3719125"/>
            <a:ext cx="2208900" cy="63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1" name="Google Shape;131;p68"/>
          <p:cNvSpPr txBox="1">
            <a:spLocks noGrp="1"/>
          </p:cNvSpPr>
          <p:nvPr>
            <p:ph type="subTitle" idx="4"/>
          </p:nvPr>
        </p:nvSpPr>
        <p:spPr>
          <a:xfrm>
            <a:off x="3467622" y="3719125"/>
            <a:ext cx="2208900" cy="63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2" name="Google Shape;132;p68"/>
          <p:cNvSpPr txBox="1">
            <a:spLocks noGrp="1"/>
          </p:cNvSpPr>
          <p:nvPr>
            <p:ph type="subTitle" idx="5"/>
          </p:nvPr>
        </p:nvSpPr>
        <p:spPr>
          <a:xfrm>
            <a:off x="6215244" y="2095563"/>
            <a:ext cx="2208900" cy="63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3" name="Google Shape;133;p68"/>
          <p:cNvSpPr txBox="1">
            <a:spLocks noGrp="1"/>
          </p:cNvSpPr>
          <p:nvPr>
            <p:ph type="subTitle" idx="6"/>
          </p:nvPr>
        </p:nvSpPr>
        <p:spPr>
          <a:xfrm>
            <a:off x="6215244" y="3719125"/>
            <a:ext cx="2208900" cy="63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4" name="Google Shape;134;p68"/>
          <p:cNvSpPr txBox="1">
            <a:spLocks noGrp="1"/>
          </p:cNvSpPr>
          <p:nvPr>
            <p:ph type="subTitle" idx="7"/>
          </p:nvPr>
        </p:nvSpPr>
        <p:spPr>
          <a:xfrm>
            <a:off x="720976" y="1760150"/>
            <a:ext cx="22068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35" name="Google Shape;135;p68"/>
          <p:cNvSpPr txBox="1">
            <a:spLocks noGrp="1"/>
          </p:cNvSpPr>
          <p:nvPr>
            <p:ph type="subTitle" idx="8"/>
          </p:nvPr>
        </p:nvSpPr>
        <p:spPr>
          <a:xfrm>
            <a:off x="3468598" y="1760150"/>
            <a:ext cx="22068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36" name="Google Shape;136;p68"/>
          <p:cNvSpPr txBox="1">
            <a:spLocks noGrp="1"/>
          </p:cNvSpPr>
          <p:nvPr>
            <p:ph type="subTitle" idx="9"/>
          </p:nvPr>
        </p:nvSpPr>
        <p:spPr>
          <a:xfrm>
            <a:off x="6216220" y="1760150"/>
            <a:ext cx="22068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37" name="Google Shape;137;p68"/>
          <p:cNvSpPr txBox="1">
            <a:spLocks noGrp="1"/>
          </p:cNvSpPr>
          <p:nvPr>
            <p:ph type="subTitle" idx="13"/>
          </p:nvPr>
        </p:nvSpPr>
        <p:spPr>
          <a:xfrm>
            <a:off x="721001" y="3383725"/>
            <a:ext cx="22068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38" name="Google Shape;138;p68"/>
          <p:cNvSpPr txBox="1">
            <a:spLocks noGrp="1"/>
          </p:cNvSpPr>
          <p:nvPr>
            <p:ph type="subTitle" idx="14"/>
          </p:nvPr>
        </p:nvSpPr>
        <p:spPr>
          <a:xfrm>
            <a:off x="3468623" y="3383725"/>
            <a:ext cx="22068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39" name="Google Shape;139;p68"/>
          <p:cNvSpPr txBox="1">
            <a:spLocks noGrp="1"/>
          </p:cNvSpPr>
          <p:nvPr>
            <p:ph type="subTitle" idx="15"/>
          </p:nvPr>
        </p:nvSpPr>
        <p:spPr>
          <a:xfrm>
            <a:off x="6216245" y="3383725"/>
            <a:ext cx="22068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40" name="Google Shape;140;p68"/>
          <p:cNvGrpSpPr/>
          <p:nvPr/>
        </p:nvGrpSpPr>
        <p:grpSpPr>
          <a:xfrm>
            <a:off x="6317000" y="3025549"/>
            <a:ext cx="2639950" cy="2028175"/>
            <a:chOff x="6317000" y="3025549"/>
            <a:chExt cx="2639950" cy="2028175"/>
          </a:xfrm>
        </p:grpSpPr>
        <p:pic>
          <p:nvPicPr>
            <p:cNvPr id="141" name="Google Shape;141;p68"/>
            <p:cNvPicPr preferRelativeResize="0"/>
            <p:nvPr/>
          </p:nvPicPr>
          <p:blipFill rotWithShape="1">
            <a:blip r:embed="rId2">
              <a:alphaModFix/>
            </a:blip>
            <a:srcRect/>
            <a:stretch/>
          </p:blipFill>
          <p:spPr>
            <a:xfrm rot="-5400000">
              <a:off x="7281287" y="3313088"/>
              <a:ext cx="1963202" cy="1388124"/>
            </a:xfrm>
            <a:prstGeom prst="rect">
              <a:avLst/>
            </a:prstGeom>
            <a:noFill/>
            <a:ln>
              <a:noFill/>
            </a:ln>
          </p:spPr>
        </p:pic>
        <p:pic>
          <p:nvPicPr>
            <p:cNvPr id="142" name="Google Shape;142;p68"/>
            <p:cNvPicPr preferRelativeResize="0"/>
            <p:nvPr/>
          </p:nvPicPr>
          <p:blipFill rotWithShape="1">
            <a:blip r:embed="rId3">
              <a:alphaModFix/>
            </a:blip>
            <a:srcRect b="76478"/>
            <a:stretch/>
          </p:blipFill>
          <p:spPr>
            <a:xfrm>
              <a:off x="6317000" y="4448075"/>
              <a:ext cx="2446675" cy="605649"/>
            </a:xfrm>
            <a:prstGeom prst="rect">
              <a:avLst/>
            </a:prstGeom>
            <a:noFill/>
            <a:ln>
              <a:noFill/>
            </a:ln>
          </p:spPr>
        </p:pic>
      </p:grpSp>
      <p:pic>
        <p:nvPicPr>
          <p:cNvPr id="143" name="Google Shape;143;p68"/>
          <p:cNvPicPr preferRelativeResize="0"/>
          <p:nvPr/>
        </p:nvPicPr>
        <p:blipFill rotWithShape="1">
          <a:blip r:embed="rId4">
            <a:alphaModFix/>
          </a:blip>
          <a:srcRect/>
          <a:stretch/>
        </p:blipFill>
        <p:spPr>
          <a:xfrm rot="10800000">
            <a:off x="260224" y="236274"/>
            <a:ext cx="456876" cy="2429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4"/>
        <p:cNvGrpSpPr/>
        <p:nvPr/>
      </p:nvGrpSpPr>
      <p:grpSpPr>
        <a:xfrm>
          <a:off x="0" y="0"/>
          <a:ext cx="0" cy="0"/>
          <a:chOff x="0" y="0"/>
          <a:chExt cx="0" cy="0"/>
        </a:xfrm>
      </p:grpSpPr>
      <p:sp>
        <p:nvSpPr>
          <p:cNvPr id="145" name="Google Shape;145;p69"/>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grpSp>
        <p:nvGrpSpPr>
          <p:cNvPr id="146" name="Google Shape;146;p69"/>
          <p:cNvGrpSpPr/>
          <p:nvPr/>
        </p:nvGrpSpPr>
        <p:grpSpPr>
          <a:xfrm>
            <a:off x="182700" y="151649"/>
            <a:ext cx="8778600" cy="4853775"/>
            <a:chOff x="182700" y="151649"/>
            <a:chExt cx="8778600" cy="4853775"/>
          </a:xfrm>
        </p:grpSpPr>
        <p:pic>
          <p:nvPicPr>
            <p:cNvPr id="147" name="Google Shape;147;p69"/>
            <p:cNvPicPr preferRelativeResize="0"/>
            <p:nvPr/>
          </p:nvPicPr>
          <p:blipFill rotWithShape="1">
            <a:blip r:embed="rId2">
              <a:alphaModFix/>
            </a:blip>
            <a:srcRect/>
            <a:stretch/>
          </p:blipFill>
          <p:spPr>
            <a:xfrm>
              <a:off x="7232175" y="4603999"/>
              <a:ext cx="1729125" cy="401425"/>
            </a:xfrm>
            <a:prstGeom prst="rect">
              <a:avLst/>
            </a:prstGeom>
            <a:noFill/>
            <a:ln>
              <a:noFill/>
            </a:ln>
          </p:spPr>
        </p:pic>
        <p:pic>
          <p:nvPicPr>
            <p:cNvPr id="148" name="Google Shape;148;p69"/>
            <p:cNvPicPr preferRelativeResize="0"/>
            <p:nvPr/>
          </p:nvPicPr>
          <p:blipFill rotWithShape="1">
            <a:blip r:embed="rId2">
              <a:alphaModFix/>
            </a:blip>
            <a:srcRect/>
            <a:stretch/>
          </p:blipFill>
          <p:spPr>
            <a:xfrm>
              <a:off x="182700" y="151649"/>
              <a:ext cx="1729125" cy="401425"/>
            </a:xfrm>
            <a:prstGeom prst="rect">
              <a:avLst/>
            </a:prstGeom>
            <a:noFill/>
            <a:ln>
              <a:noFill/>
            </a:ln>
          </p:spPr>
        </p:pic>
      </p:grpSp>
      <p:sp>
        <p:nvSpPr>
          <p:cNvPr id="149" name="Google Shape;149;p69"/>
          <p:cNvSpPr txBox="1">
            <a:spLocks noGrp="1"/>
          </p:cNvSpPr>
          <p:nvPr>
            <p:ph type="title"/>
          </p:nvPr>
        </p:nvSpPr>
        <p:spPr>
          <a:xfrm>
            <a:off x="2298600" y="1619250"/>
            <a:ext cx="4546800" cy="1849500"/>
          </a:xfrm>
          <a:prstGeom prst="rect">
            <a:avLst/>
          </a:prstGeom>
          <a:solidFill>
            <a:schemeClr val="lt1"/>
          </a:solidFill>
          <a:ln>
            <a:noFill/>
          </a:ln>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5000">
                <a:solidFill>
                  <a:schemeClr val="accent2"/>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50"/>
        <p:cNvGrpSpPr/>
        <p:nvPr/>
      </p:nvGrpSpPr>
      <p:grpSpPr>
        <a:xfrm>
          <a:off x="0" y="0"/>
          <a:ext cx="0" cy="0"/>
          <a:chOff x="0" y="0"/>
          <a:chExt cx="0" cy="0"/>
        </a:xfrm>
      </p:grpSpPr>
      <p:sp>
        <p:nvSpPr>
          <p:cNvPr id="151" name="Google Shape;151;p70"/>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152" name="Google Shape;152;p70"/>
          <p:cNvSpPr txBox="1">
            <a:spLocks noGrp="1"/>
          </p:cNvSpPr>
          <p:nvPr>
            <p:ph type="title"/>
          </p:nvPr>
        </p:nvSpPr>
        <p:spPr>
          <a:xfrm>
            <a:off x="2133775" y="3054750"/>
            <a:ext cx="6297000" cy="661800"/>
          </a:xfrm>
          <a:prstGeom prst="rect">
            <a:avLst/>
          </a:prstGeom>
          <a:noFill/>
          <a:ln>
            <a:noFill/>
          </a:ln>
        </p:spPr>
        <p:txBody>
          <a:bodyPr spcFirstLastPara="1" wrap="square" lIns="91425" tIns="91425" rIns="91425" bIns="91425" anchor="t" anchorCtr="0">
            <a:noAutofit/>
          </a:bodyPr>
          <a:lstStyle>
            <a:lvl1pPr lvl="0" algn="r">
              <a:lnSpc>
                <a:spcPct val="115000"/>
              </a:lnSpc>
              <a:spcBef>
                <a:spcPts val="0"/>
              </a:spcBef>
              <a:spcAft>
                <a:spcPts val="0"/>
              </a:spcAft>
              <a:buSzPts val="3000"/>
              <a:buNone/>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153" name="Google Shape;153;p70"/>
          <p:cNvSpPr txBox="1">
            <a:spLocks noGrp="1"/>
          </p:cNvSpPr>
          <p:nvPr>
            <p:ph type="subTitle" idx="1"/>
          </p:nvPr>
        </p:nvSpPr>
        <p:spPr>
          <a:xfrm>
            <a:off x="2133600" y="1426950"/>
            <a:ext cx="6297000" cy="1627800"/>
          </a:xfrm>
          <a:prstGeom prst="rect">
            <a:avLst/>
          </a:prstGeom>
          <a:noFill/>
          <a:ln>
            <a:noFill/>
          </a:ln>
        </p:spPr>
        <p:txBody>
          <a:bodyPr spcFirstLastPara="1" wrap="square" lIns="91425" tIns="91425" rIns="91425" bIns="91425" anchor="b" anchorCtr="0">
            <a:noAutofit/>
          </a:bodyPr>
          <a:lstStyle>
            <a:lvl1pPr lvl="0" algn="r">
              <a:lnSpc>
                <a:spcPct val="115000"/>
              </a:lnSpc>
              <a:spcBef>
                <a:spcPts val="0"/>
              </a:spcBef>
              <a:spcAft>
                <a:spcPts val="0"/>
              </a:spcAft>
              <a:buSzPts val="3000"/>
              <a:buNone/>
              <a:defRPr sz="25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4"/>
        <p:cNvGrpSpPr/>
        <p:nvPr/>
      </p:nvGrpSpPr>
      <p:grpSpPr>
        <a:xfrm>
          <a:off x="0" y="0"/>
          <a:ext cx="0" cy="0"/>
          <a:chOff x="0" y="0"/>
          <a:chExt cx="0" cy="0"/>
        </a:xfrm>
      </p:grpSpPr>
      <p:sp>
        <p:nvSpPr>
          <p:cNvPr id="155" name="Google Shape;155;p71"/>
          <p:cNvSpPr>
            <a:spLocks noGrp="1"/>
          </p:cNvSpPr>
          <p:nvPr>
            <p:ph type="pic" idx="2"/>
          </p:nvPr>
        </p:nvSpPr>
        <p:spPr>
          <a:xfrm>
            <a:off x="-25" y="-13725"/>
            <a:ext cx="9144000" cy="5157300"/>
          </a:xfrm>
          <a:prstGeom prst="rect">
            <a:avLst/>
          </a:prstGeom>
          <a:noFill/>
          <a:ln>
            <a:noFill/>
          </a:ln>
        </p:spPr>
      </p:sp>
      <p:sp>
        <p:nvSpPr>
          <p:cNvPr id="156" name="Google Shape;156;p71"/>
          <p:cNvSpPr txBox="1">
            <a:spLocks noGrp="1"/>
          </p:cNvSpPr>
          <p:nvPr>
            <p:ph type="title"/>
          </p:nvPr>
        </p:nvSpPr>
        <p:spPr>
          <a:xfrm>
            <a:off x="720000" y="539500"/>
            <a:ext cx="3159900" cy="794100"/>
          </a:xfrm>
          <a:prstGeom prst="rect">
            <a:avLst/>
          </a:prstGeom>
          <a:solidFill>
            <a:schemeClr val="accent3"/>
          </a:solid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sz="2000">
                <a:solidFill>
                  <a:schemeClr val="lt1"/>
                </a:solidFill>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57"/>
        <p:cNvGrpSpPr/>
        <p:nvPr/>
      </p:nvGrpSpPr>
      <p:grpSpPr>
        <a:xfrm>
          <a:off x="0" y="0"/>
          <a:ext cx="0" cy="0"/>
          <a:chOff x="0" y="0"/>
          <a:chExt cx="0" cy="0"/>
        </a:xfrm>
      </p:grpSpPr>
      <p:sp>
        <p:nvSpPr>
          <p:cNvPr id="158" name="Google Shape;158;p72"/>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159" name="Google Shape;159;p72"/>
          <p:cNvSpPr txBox="1">
            <a:spLocks noGrp="1"/>
          </p:cNvSpPr>
          <p:nvPr>
            <p:ph type="title"/>
          </p:nvPr>
        </p:nvSpPr>
        <p:spPr>
          <a:xfrm>
            <a:off x="720000" y="1252725"/>
            <a:ext cx="2928000" cy="15891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60" name="Google Shape;160;p72"/>
          <p:cNvSpPr txBox="1">
            <a:spLocks noGrp="1"/>
          </p:cNvSpPr>
          <p:nvPr>
            <p:ph type="subTitle" idx="1"/>
          </p:nvPr>
        </p:nvSpPr>
        <p:spPr>
          <a:xfrm>
            <a:off x="720000" y="2841735"/>
            <a:ext cx="2928000" cy="9159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61" name="Google Shape;161;p72"/>
          <p:cNvSpPr>
            <a:spLocks noGrp="1"/>
          </p:cNvSpPr>
          <p:nvPr>
            <p:ph type="pic" idx="2"/>
          </p:nvPr>
        </p:nvSpPr>
        <p:spPr>
          <a:xfrm>
            <a:off x="3943350" y="533875"/>
            <a:ext cx="4487700" cy="4075800"/>
          </a:xfrm>
          <a:prstGeom prst="snip1Rect">
            <a:avLst>
              <a:gd name="adj" fmla="val 16667"/>
            </a:avLst>
          </a:prstGeom>
          <a:noFill/>
          <a:ln w="9525" cap="flat" cmpd="sng">
            <a:solidFill>
              <a:schemeClr val="accent3"/>
            </a:solidFill>
            <a:prstDash val="solid"/>
            <a:round/>
            <a:headEnd type="none" w="sm" len="sm"/>
            <a:tailEnd type="none" w="sm" len="sm"/>
          </a:ln>
        </p:spPr>
      </p:sp>
      <p:grpSp>
        <p:nvGrpSpPr>
          <p:cNvPr id="162" name="Google Shape;162;p72"/>
          <p:cNvGrpSpPr/>
          <p:nvPr/>
        </p:nvGrpSpPr>
        <p:grpSpPr>
          <a:xfrm>
            <a:off x="180975" y="163250"/>
            <a:ext cx="4743450" cy="366725"/>
            <a:chOff x="180975" y="163250"/>
            <a:chExt cx="4743450" cy="366725"/>
          </a:xfrm>
        </p:grpSpPr>
        <p:sp>
          <p:nvSpPr>
            <p:cNvPr id="163" name="Google Shape;163;p72"/>
            <p:cNvSpPr/>
            <p:nvPr/>
          </p:nvSpPr>
          <p:spPr>
            <a:xfrm>
              <a:off x="180975" y="163250"/>
              <a:ext cx="4743450" cy="366725"/>
            </a:xfrm>
            <a:custGeom>
              <a:avLst/>
              <a:gdLst/>
              <a:ahLst/>
              <a:cxnLst/>
              <a:rect l="l" t="t" r="r" b="b"/>
              <a:pathLst>
                <a:path w="189738" h="14669" extrusionOk="0">
                  <a:moveTo>
                    <a:pt x="0" y="0"/>
                  </a:moveTo>
                  <a:lnTo>
                    <a:pt x="14668" y="14669"/>
                  </a:lnTo>
                  <a:lnTo>
                    <a:pt x="39243" y="14669"/>
                  </a:lnTo>
                  <a:lnTo>
                    <a:pt x="47149" y="6763"/>
                  </a:lnTo>
                  <a:lnTo>
                    <a:pt x="69723" y="6763"/>
                  </a:lnTo>
                  <a:lnTo>
                    <a:pt x="74057" y="2429"/>
                  </a:lnTo>
                  <a:lnTo>
                    <a:pt x="97536" y="2429"/>
                  </a:lnTo>
                  <a:lnTo>
                    <a:pt x="103561" y="8453"/>
                  </a:lnTo>
                  <a:lnTo>
                    <a:pt x="189738" y="8453"/>
                  </a:lnTo>
                </a:path>
              </a:pathLst>
            </a:custGeom>
            <a:noFill/>
            <a:ln w="9525" cap="flat" cmpd="sng">
              <a:solidFill>
                <a:schemeClr val="dk2"/>
              </a:solidFill>
              <a:prstDash val="solid"/>
              <a:round/>
              <a:headEnd type="none" w="sm" len="sm"/>
              <a:tailEnd type="oval" w="med" len="med"/>
            </a:ln>
          </p:spPr>
        </p:sp>
        <p:cxnSp>
          <p:nvCxnSpPr>
            <p:cNvPr id="164" name="Google Shape;164;p72"/>
            <p:cNvCxnSpPr/>
            <p:nvPr/>
          </p:nvCxnSpPr>
          <p:spPr>
            <a:xfrm>
              <a:off x="180975" y="295200"/>
              <a:ext cx="2628900" cy="0"/>
            </a:xfrm>
            <a:prstGeom prst="straightConnector1">
              <a:avLst/>
            </a:prstGeom>
            <a:noFill/>
            <a:ln w="9525" cap="flat" cmpd="sng">
              <a:solidFill>
                <a:schemeClr val="accent1"/>
              </a:solidFill>
              <a:prstDash val="solid"/>
              <a:round/>
              <a:headEnd type="none" w="sm" len="sm"/>
              <a:tailEnd type="oval" w="med" len="med"/>
            </a:ln>
          </p:spPr>
        </p:cxnSp>
      </p:grpSp>
      <p:cxnSp>
        <p:nvCxnSpPr>
          <p:cNvPr id="165" name="Google Shape;165;p72"/>
          <p:cNvCxnSpPr/>
          <p:nvPr/>
        </p:nvCxnSpPr>
        <p:spPr>
          <a:xfrm rot="10800000" flipH="1">
            <a:off x="476250" y="4552875"/>
            <a:ext cx="723900" cy="1038300"/>
          </a:xfrm>
          <a:prstGeom prst="straightConnector1">
            <a:avLst/>
          </a:prstGeom>
          <a:noFill/>
          <a:ln w="9525" cap="flat" cmpd="sng">
            <a:solidFill>
              <a:schemeClr val="accent1"/>
            </a:solidFill>
            <a:prstDash val="solid"/>
            <a:round/>
            <a:headEnd type="none" w="sm" len="sm"/>
            <a:tailEnd type="oval" w="med" len="med"/>
          </a:ln>
        </p:spPr>
      </p:cxnSp>
      <p:cxnSp>
        <p:nvCxnSpPr>
          <p:cNvPr id="166" name="Google Shape;166;p72"/>
          <p:cNvCxnSpPr/>
          <p:nvPr/>
        </p:nvCxnSpPr>
        <p:spPr>
          <a:xfrm rot="10800000" flipH="1">
            <a:off x="180975" y="4800525"/>
            <a:ext cx="723900" cy="1038300"/>
          </a:xfrm>
          <a:prstGeom prst="straightConnector1">
            <a:avLst/>
          </a:prstGeom>
          <a:noFill/>
          <a:ln w="9525" cap="flat" cmpd="sng">
            <a:solidFill>
              <a:schemeClr val="accent2"/>
            </a:solidFill>
            <a:prstDash val="solid"/>
            <a:round/>
            <a:headEnd type="none" w="sm" len="sm"/>
            <a:tailEnd type="oval" w="med" len="med"/>
          </a:ln>
        </p:spPr>
      </p:cxnSp>
      <p:pic>
        <p:nvPicPr>
          <p:cNvPr id="167" name="Google Shape;167;p72"/>
          <p:cNvPicPr preferRelativeResize="0"/>
          <p:nvPr/>
        </p:nvPicPr>
        <p:blipFill rotWithShape="1">
          <a:blip r:embed="rId2">
            <a:alphaModFix/>
          </a:blip>
          <a:srcRect l="3855" b="9990"/>
          <a:stretch/>
        </p:blipFill>
        <p:spPr>
          <a:xfrm>
            <a:off x="180975" y="4188419"/>
            <a:ext cx="2372526" cy="8122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68"/>
        <p:cNvGrpSpPr/>
        <p:nvPr/>
      </p:nvGrpSpPr>
      <p:grpSpPr>
        <a:xfrm>
          <a:off x="0" y="0"/>
          <a:ext cx="0" cy="0"/>
          <a:chOff x="0" y="0"/>
          <a:chExt cx="0" cy="0"/>
        </a:xfrm>
      </p:grpSpPr>
      <p:sp>
        <p:nvSpPr>
          <p:cNvPr id="169" name="Google Shape;169;p7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170" name="Google Shape;170;p73"/>
          <p:cNvSpPr txBox="1">
            <a:spLocks noGrp="1"/>
          </p:cNvSpPr>
          <p:nvPr>
            <p:ph type="title" hasCustomPrompt="1"/>
          </p:nvPr>
        </p:nvSpPr>
        <p:spPr>
          <a:xfrm>
            <a:off x="1826675" y="1685025"/>
            <a:ext cx="5493000" cy="14772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b" anchorCtr="0">
            <a:noAutofit/>
          </a:bodyPr>
          <a:lstStyle>
            <a:lvl1pPr lvl="0" algn="ctr">
              <a:lnSpc>
                <a:spcPct val="115000"/>
              </a:lnSpc>
              <a:spcBef>
                <a:spcPts val="0"/>
              </a:spcBef>
              <a:spcAft>
                <a:spcPts val="0"/>
              </a:spcAft>
              <a:buSzPts val="9600"/>
              <a:buNone/>
              <a:defRPr sz="7400">
                <a:solidFill>
                  <a:schemeClr val="accent3"/>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71" name="Google Shape;171;p73"/>
          <p:cNvSpPr txBox="1">
            <a:spLocks noGrp="1"/>
          </p:cNvSpPr>
          <p:nvPr>
            <p:ph type="subTitle" idx="1"/>
          </p:nvPr>
        </p:nvSpPr>
        <p:spPr>
          <a:xfrm>
            <a:off x="1826525" y="3238775"/>
            <a:ext cx="5493000" cy="4971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72"/>
        <p:cNvGrpSpPr/>
        <p:nvPr/>
      </p:nvGrpSpPr>
      <p:grpSpPr>
        <a:xfrm>
          <a:off x="0" y="0"/>
          <a:ext cx="0" cy="0"/>
          <a:chOff x="0" y="0"/>
          <a:chExt cx="0" cy="0"/>
        </a:xfrm>
      </p:grpSpPr>
      <p:sp>
        <p:nvSpPr>
          <p:cNvPr id="173" name="Google Shape;173;p74"/>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174" name="Google Shape;174;p74"/>
          <p:cNvSpPr txBox="1">
            <a:spLocks noGrp="1"/>
          </p:cNvSpPr>
          <p:nvPr>
            <p:ph type="title"/>
          </p:nvPr>
        </p:nvSpPr>
        <p:spPr>
          <a:xfrm>
            <a:off x="804175" y="1316575"/>
            <a:ext cx="3291600" cy="696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b" anchorCtr="0">
            <a:noAutofit/>
          </a:bodyPr>
          <a:lstStyle>
            <a:lvl1pPr lvl="0" algn="l">
              <a:lnSpc>
                <a:spcPct val="115000"/>
              </a:lnSpc>
              <a:spcBef>
                <a:spcPts val="0"/>
              </a:spcBef>
              <a:spcAft>
                <a:spcPts val="0"/>
              </a:spcAft>
              <a:buClr>
                <a:schemeClr val="lt1"/>
              </a:buClr>
              <a:buSzPts val="6000"/>
              <a:buNone/>
              <a:defRPr sz="3500">
                <a:solidFill>
                  <a:schemeClr val="accent3"/>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175" name="Google Shape;175;p74"/>
          <p:cNvSpPr txBox="1">
            <a:spLocks noGrp="1"/>
          </p:cNvSpPr>
          <p:nvPr>
            <p:ph type="subTitle" idx="1"/>
          </p:nvPr>
        </p:nvSpPr>
        <p:spPr>
          <a:xfrm>
            <a:off x="713225" y="2013175"/>
            <a:ext cx="3382500" cy="4059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Clr>
                <a:schemeClr val="dk1"/>
              </a:buClr>
              <a:buSzPts val="2400"/>
              <a:buNone/>
              <a:defRPr sz="15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76" name="Google Shape;176;p74"/>
          <p:cNvSpPr txBox="1">
            <a:spLocks noGrp="1"/>
          </p:cNvSpPr>
          <p:nvPr>
            <p:ph type="title" idx="2"/>
          </p:nvPr>
        </p:nvSpPr>
        <p:spPr>
          <a:xfrm>
            <a:off x="5139225" y="1316575"/>
            <a:ext cx="3291600" cy="696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b" anchorCtr="0">
            <a:noAutofit/>
          </a:bodyPr>
          <a:lstStyle>
            <a:lvl1pPr lvl="0" algn="l">
              <a:lnSpc>
                <a:spcPct val="115000"/>
              </a:lnSpc>
              <a:spcBef>
                <a:spcPts val="0"/>
              </a:spcBef>
              <a:spcAft>
                <a:spcPts val="0"/>
              </a:spcAft>
              <a:buClr>
                <a:schemeClr val="lt1"/>
              </a:buClr>
              <a:buSzPts val="6000"/>
              <a:buNone/>
              <a:defRPr sz="3500">
                <a:solidFill>
                  <a:schemeClr val="accent3"/>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177" name="Google Shape;177;p74"/>
          <p:cNvSpPr txBox="1">
            <a:spLocks noGrp="1"/>
          </p:cNvSpPr>
          <p:nvPr>
            <p:ph type="subTitle" idx="3"/>
          </p:nvPr>
        </p:nvSpPr>
        <p:spPr>
          <a:xfrm>
            <a:off x="5048275" y="2013272"/>
            <a:ext cx="3382500" cy="4059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Clr>
                <a:schemeClr val="dk1"/>
              </a:buClr>
              <a:buSzPts val="2400"/>
              <a:buNone/>
              <a:defRPr sz="15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78" name="Google Shape;178;p74"/>
          <p:cNvSpPr txBox="1">
            <a:spLocks noGrp="1"/>
          </p:cNvSpPr>
          <p:nvPr>
            <p:ph type="title" idx="4"/>
          </p:nvPr>
        </p:nvSpPr>
        <p:spPr>
          <a:xfrm>
            <a:off x="2971700" y="3093075"/>
            <a:ext cx="3291600" cy="696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b" anchorCtr="0">
            <a:noAutofit/>
          </a:bodyPr>
          <a:lstStyle>
            <a:lvl1pPr lvl="0" algn="l">
              <a:lnSpc>
                <a:spcPct val="115000"/>
              </a:lnSpc>
              <a:spcBef>
                <a:spcPts val="0"/>
              </a:spcBef>
              <a:spcAft>
                <a:spcPts val="0"/>
              </a:spcAft>
              <a:buClr>
                <a:schemeClr val="lt1"/>
              </a:buClr>
              <a:buSzPts val="6000"/>
              <a:buNone/>
              <a:defRPr sz="3500">
                <a:solidFill>
                  <a:schemeClr val="accent3"/>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179" name="Google Shape;179;p74"/>
          <p:cNvSpPr txBox="1">
            <a:spLocks noGrp="1"/>
          </p:cNvSpPr>
          <p:nvPr>
            <p:ph type="subTitle" idx="5"/>
          </p:nvPr>
        </p:nvSpPr>
        <p:spPr>
          <a:xfrm>
            <a:off x="2880750" y="3789575"/>
            <a:ext cx="3382500" cy="4059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Clr>
                <a:schemeClr val="dk1"/>
              </a:buClr>
              <a:buSzPts val="2400"/>
              <a:buNone/>
              <a:defRPr sz="15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180" name="Google Shape;180;p74"/>
          <p:cNvGrpSpPr/>
          <p:nvPr/>
        </p:nvGrpSpPr>
        <p:grpSpPr>
          <a:xfrm>
            <a:off x="86053" y="195425"/>
            <a:ext cx="9328221" cy="5671924"/>
            <a:chOff x="86053" y="195425"/>
            <a:chExt cx="9328221" cy="5671924"/>
          </a:xfrm>
        </p:grpSpPr>
        <p:pic>
          <p:nvPicPr>
            <p:cNvPr id="181" name="Google Shape;181;p74"/>
            <p:cNvPicPr preferRelativeResize="0"/>
            <p:nvPr/>
          </p:nvPicPr>
          <p:blipFill rotWithShape="1">
            <a:blip r:embed="rId2">
              <a:alphaModFix/>
            </a:blip>
            <a:srcRect/>
            <a:stretch/>
          </p:blipFill>
          <p:spPr>
            <a:xfrm rot="10800000">
              <a:off x="6918712" y="195425"/>
              <a:ext cx="1963202" cy="1388125"/>
            </a:xfrm>
            <a:prstGeom prst="rect">
              <a:avLst/>
            </a:prstGeom>
            <a:noFill/>
            <a:ln>
              <a:noFill/>
            </a:ln>
          </p:spPr>
        </p:pic>
        <p:grpSp>
          <p:nvGrpSpPr>
            <p:cNvPr id="182" name="Google Shape;182;p74"/>
            <p:cNvGrpSpPr/>
            <p:nvPr/>
          </p:nvGrpSpPr>
          <p:grpSpPr>
            <a:xfrm>
              <a:off x="86053" y="2749675"/>
              <a:ext cx="9328221" cy="3117673"/>
              <a:chOff x="86053" y="2749675"/>
              <a:chExt cx="9328221" cy="3117673"/>
            </a:xfrm>
          </p:grpSpPr>
          <p:grpSp>
            <p:nvGrpSpPr>
              <p:cNvPr id="183" name="Google Shape;183;p74"/>
              <p:cNvGrpSpPr/>
              <p:nvPr/>
            </p:nvGrpSpPr>
            <p:grpSpPr>
              <a:xfrm>
                <a:off x="86053" y="2749676"/>
                <a:ext cx="783476" cy="2561750"/>
                <a:chOff x="86053" y="2749675"/>
                <a:chExt cx="783476" cy="2561750"/>
              </a:xfrm>
            </p:grpSpPr>
            <p:pic>
              <p:nvPicPr>
                <p:cNvPr id="184" name="Google Shape;184;p74"/>
                <p:cNvPicPr preferRelativeResize="0"/>
                <p:nvPr/>
              </p:nvPicPr>
              <p:blipFill rotWithShape="1">
                <a:blip r:embed="rId3">
                  <a:alphaModFix/>
                </a:blip>
                <a:srcRect l="24215" t="59300" r="26811"/>
                <a:stretch/>
              </p:blipFill>
              <p:spPr>
                <a:xfrm rot="5400000">
                  <a:off x="-360384" y="4081512"/>
                  <a:ext cx="1676350" cy="783476"/>
                </a:xfrm>
                <a:prstGeom prst="rect">
                  <a:avLst/>
                </a:prstGeom>
                <a:noFill/>
                <a:ln>
                  <a:noFill/>
                </a:ln>
              </p:spPr>
            </p:pic>
            <p:pic>
              <p:nvPicPr>
                <p:cNvPr id="185" name="Google Shape;185;p74"/>
                <p:cNvPicPr preferRelativeResize="0"/>
                <p:nvPr/>
              </p:nvPicPr>
              <p:blipFill rotWithShape="1">
                <a:blip r:embed="rId4">
                  <a:alphaModFix/>
                </a:blip>
                <a:srcRect/>
                <a:stretch/>
              </p:blipFill>
              <p:spPr>
                <a:xfrm rot="5400000">
                  <a:off x="-712699" y="3752096"/>
                  <a:ext cx="2467774" cy="462933"/>
                </a:xfrm>
                <a:prstGeom prst="rect">
                  <a:avLst/>
                </a:prstGeom>
                <a:noFill/>
                <a:ln>
                  <a:noFill/>
                </a:ln>
              </p:spPr>
            </p:pic>
          </p:grpSp>
          <p:pic>
            <p:nvPicPr>
              <p:cNvPr id="186" name="Google Shape;186;p74"/>
              <p:cNvPicPr preferRelativeResize="0"/>
              <p:nvPr/>
            </p:nvPicPr>
            <p:blipFill rotWithShape="1">
              <a:blip r:embed="rId5">
                <a:alphaModFix/>
              </a:blip>
              <a:srcRect/>
              <a:stretch/>
            </p:blipFill>
            <p:spPr>
              <a:xfrm rot="3600003">
                <a:off x="7328409" y="3752730"/>
                <a:ext cx="1729979" cy="1820688"/>
              </a:xfrm>
              <a:prstGeom prst="rect">
                <a:avLst/>
              </a:prstGeom>
              <a:noFill/>
              <a:ln>
                <a:noFill/>
              </a:ln>
            </p:spPr>
          </p:pic>
        </p:grpSp>
      </p:grpSp>
      <p:grpSp>
        <p:nvGrpSpPr>
          <p:cNvPr id="187" name="Google Shape;187;p74"/>
          <p:cNvGrpSpPr/>
          <p:nvPr/>
        </p:nvGrpSpPr>
        <p:grpSpPr>
          <a:xfrm>
            <a:off x="181750" y="150996"/>
            <a:ext cx="8222662" cy="5002329"/>
            <a:chOff x="181750" y="150996"/>
            <a:chExt cx="8222662" cy="5002329"/>
          </a:xfrm>
        </p:grpSpPr>
        <p:grpSp>
          <p:nvGrpSpPr>
            <p:cNvPr id="188" name="Google Shape;188;p74"/>
            <p:cNvGrpSpPr/>
            <p:nvPr/>
          </p:nvGrpSpPr>
          <p:grpSpPr>
            <a:xfrm>
              <a:off x="3429074" y="150996"/>
              <a:ext cx="4975338" cy="648905"/>
              <a:chOff x="3429074" y="150996"/>
              <a:chExt cx="4975338" cy="648905"/>
            </a:xfrm>
          </p:grpSpPr>
          <p:pic>
            <p:nvPicPr>
              <p:cNvPr id="189" name="Google Shape;189;p74"/>
              <p:cNvPicPr preferRelativeResize="0"/>
              <p:nvPr/>
            </p:nvPicPr>
            <p:blipFill rotWithShape="1">
              <a:blip r:embed="rId6">
                <a:alphaModFix/>
              </a:blip>
              <a:srcRect b="20464"/>
              <a:stretch/>
            </p:blipFill>
            <p:spPr>
              <a:xfrm rot="10800000">
                <a:off x="5074637" y="151226"/>
                <a:ext cx="3329775" cy="648675"/>
              </a:xfrm>
              <a:prstGeom prst="rect">
                <a:avLst/>
              </a:prstGeom>
              <a:noFill/>
              <a:ln>
                <a:noFill/>
              </a:ln>
            </p:spPr>
          </p:pic>
          <p:pic>
            <p:nvPicPr>
              <p:cNvPr id="190" name="Google Shape;190;p74"/>
              <p:cNvPicPr preferRelativeResize="0"/>
              <p:nvPr/>
            </p:nvPicPr>
            <p:blipFill rotWithShape="1">
              <a:blip r:embed="rId7">
                <a:alphaModFix/>
              </a:blip>
              <a:srcRect l="-6100" b="28274"/>
              <a:stretch/>
            </p:blipFill>
            <p:spPr>
              <a:xfrm rot="10800000">
                <a:off x="3429074" y="150996"/>
                <a:ext cx="2824351" cy="443325"/>
              </a:xfrm>
              <a:prstGeom prst="rect">
                <a:avLst/>
              </a:prstGeom>
              <a:noFill/>
              <a:ln>
                <a:noFill/>
              </a:ln>
            </p:spPr>
          </p:pic>
        </p:grpSp>
        <p:grpSp>
          <p:nvGrpSpPr>
            <p:cNvPr id="191" name="Google Shape;191;p74"/>
            <p:cNvGrpSpPr/>
            <p:nvPr/>
          </p:nvGrpSpPr>
          <p:grpSpPr>
            <a:xfrm>
              <a:off x="181750" y="4424875"/>
              <a:ext cx="4527701" cy="728450"/>
              <a:chOff x="181750" y="4424875"/>
              <a:chExt cx="4527701" cy="728450"/>
            </a:xfrm>
          </p:grpSpPr>
          <p:pic>
            <p:nvPicPr>
              <p:cNvPr id="192" name="Google Shape;192;p74"/>
              <p:cNvPicPr preferRelativeResize="0"/>
              <p:nvPr/>
            </p:nvPicPr>
            <p:blipFill rotWithShape="1">
              <a:blip r:embed="rId7">
                <a:alphaModFix/>
              </a:blip>
              <a:srcRect l="17239"/>
              <a:stretch/>
            </p:blipFill>
            <p:spPr>
              <a:xfrm>
                <a:off x="181750" y="4580400"/>
                <a:ext cx="2042275" cy="572925"/>
              </a:xfrm>
              <a:prstGeom prst="rect">
                <a:avLst/>
              </a:prstGeom>
              <a:noFill/>
              <a:ln>
                <a:noFill/>
              </a:ln>
            </p:spPr>
          </p:pic>
          <p:pic>
            <p:nvPicPr>
              <p:cNvPr id="193" name="Google Shape;193;p74"/>
              <p:cNvPicPr preferRelativeResize="0"/>
              <p:nvPr/>
            </p:nvPicPr>
            <p:blipFill rotWithShape="1">
              <a:blip r:embed="rId6">
                <a:alphaModFix/>
              </a:blip>
              <a:srcRect b="20464"/>
              <a:stretch/>
            </p:blipFill>
            <p:spPr>
              <a:xfrm>
                <a:off x="970175" y="4424875"/>
                <a:ext cx="3739276" cy="728450"/>
              </a:xfrm>
              <a:prstGeom prst="rect">
                <a:avLst/>
              </a:prstGeom>
              <a:noFill/>
              <a:ln>
                <a:noFill/>
              </a:ln>
            </p:spPr>
          </p:pic>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4"/>
        <p:cNvGrpSpPr/>
        <p:nvPr/>
      </p:nvGrpSpPr>
      <p:grpSpPr>
        <a:xfrm>
          <a:off x="0" y="0"/>
          <a:ext cx="0" cy="0"/>
          <a:chOff x="0" y="0"/>
          <a:chExt cx="0" cy="0"/>
        </a:xfrm>
      </p:grpSpPr>
      <p:sp>
        <p:nvSpPr>
          <p:cNvPr id="195" name="Google Shape;195;p75"/>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196" name="Google Shape;196;p7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grpSp>
        <p:nvGrpSpPr>
          <p:cNvPr id="197" name="Google Shape;197;p75"/>
          <p:cNvGrpSpPr/>
          <p:nvPr/>
        </p:nvGrpSpPr>
        <p:grpSpPr>
          <a:xfrm>
            <a:off x="-539705" y="-195092"/>
            <a:ext cx="9784805" cy="5424242"/>
            <a:chOff x="-539705" y="-195092"/>
            <a:chExt cx="9784805" cy="5424242"/>
          </a:xfrm>
        </p:grpSpPr>
        <p:grpSp>
          <p:nvGrpSpPr>
            <p:cNvPr id="198" name="Google Shape;198;p75"/>
            <p:cNvGrpSpPr/>
            <p:nvPr/>
          </p:nvGrpSpPr>
          <p:grpSpPr>
            <a:xfrm rot="899960">
              <a:off x="-340854" y="-99825"/>
              <a:ext cx="955046" cy="1662400"/>
              <a:chOff x="-191200" y="-67425"/>
              <a:chExt cx="955075" cy="1662450"/>
            </a:xfrm>
          </p:grpSpPr>
          <p:cxnSp>
            <p:nvCxnSpPr>
              <p:cNvPr id="199" name="Google Shape;199;p75"/>
              <p:cNvCxnSpPr/>
              <p:nvPr/>
            </p:nvCxnSpPr>
            <p:spPr>
              <a:xfrm flipH="1">
                <a:off x="331275" y="-67425"/>
                <a:ext cx="432600" cy="685200"/>
              </a:xfrm>
              <a:prstGeom prst="straightConnector1">
                <a:avLst/>
              </a:prstGeom>
              <a:noFill/>
              <a:ln w="9525" cap="flat" cmpd="sng">
                <a:solidFill>
                  <a:schemeClr val="dk2"/>
                </a:solidFill>
                <a:prstDash val="solid"/>
                <a:round/>
                <a:headEnd type="none" w="sm" len="sm"/>
                <a:tailEnd type="oval" w="med" len="med"/>
              </a:ln>
            </p:spPr>
          </p:cxnSp>
          <p:cxnSp>
            <p:nvCxnSpPr>
              <p:cNvPr id="200" name="Google Shape;200;p75"/>
              <p:cNvCxnSpPr/>
              <p:nvPr/>
            </p:nvCxnSpPr>
            <p:spPr>
              <a:xfrm flipH="1">
                <a:off x="-191200" y="247125"/>
                <a:ext cx="865200" cy="1347900"/>
              </a:xfrm>
              <a:prstGeom prst="straightConnector1">
                <a:avLst/>
              </a:prstGeom>
              <a:noFill/>
              <a:ln w="9525" cap="flat" cmpd="sng">
                <a:solidFill>
                  <a:schemeClr val="accent1"/>
                </a:solidFill>
                <a:prstDash val="solid"/>
                <a:round/>
                <a:headEnd type="oval" w="med" len="med"/>
                <a:tailEnd type="none" w="sm" len="sm"/>
              </a:ln>
            </p:spPr>
          </p:cxnSp>
        </p:grpSp>
        <p:sp>
          <p:nvSpPr>
            <p:cNvPr id="201" name="Google Shape;201;p75"/>
            <p:cNvSpPr/>
            <p:nvPr/>
          </p:nvSpPr>
          <p:spPr>
            <a:xfrm>
              <a:off x="3881150" y="3437425"/>
              <a:ext cx="5363950" cy="1438325"/>
            </a:xfrm>
            <a:custGeom>
              <a:avLst/>
              <a:gdLst/>
              <a:ahLst/>
              <a:cxnLst/>
              <a:rect l="l" t="t" r="r" b="b"/>
              <a:pathLst>
                <a:path w="214558" h="57533" extrusionOk="0">
                  <a:moveTo>
                    <a:pt x="214558" y="0"/>
                  </a:moveTo>
                  <a:lnTo>
                    <a:pt x="192990" y="29881"/>
                  </a:lnTo>
                  <a:lnTo>
                    <a:pt x="192990" y="53696"/>
                  </a:lnTo>
                  <a:lnTo>
                    <a:pt x="172545" y="53696"/>
                  </a:lnTo>
                  <a:lnTo>
                    <a:pt x="170330" y="57533"/>
                  </a:lnTo>
                  <a:lnTo>
                    <a:pt x="143563" y="57533"/>
                  </a:lnTo>
                  <a:lnTo>
                    <a:pt x="140409" y="54379"/>
                  </a:lnTo>
                  <a:lnTo>
                    <a:pt x="99977" y="54379"/>
                  </a:lnTo>
                  <a:lnTo>
                    <a:pt x="0" y="54379"/>
                  </a:lnTo>
                </a:path>
              </a:pathLst>
            </a:custGeom>
            <a:noFill/>
            <a:ln w="9525" cap="flat" cmpd="sng">
              <a:solidFill>
                <a:schemeClr val="dk2"/>
              </a:solidFill>
              <a:prstDash val="solid"/>
              <a:round/>
              <a:headEnd type="none" w="sm" len="sm"/>
              <a:tailEnd type="oval" w="med" len="med"/>
            </a:ln>
          </p:spPr>
        </p:sp>
        <p:sp>
          <p:nvSpPr>
            <p:cNvPr id="202" name="Google Shape;202;p75"/>
            <p:cNvSpPr/>
            <p:nvPr/>
          </p:nvSpPr>
          <p:spPr>
            <a:xfrm>
              <a:off x="3785650" y="4684225"/>
              <a:ext cx="1984050" cy="544925"/>
            </a:xfrm>
            <a:custGeom>
              <a:avLst/>
              <a:gdLst/>
              <a:ahLst/>
              <a:cxnLst/>
              <a:rect l="l" t="t" r="r" b="b"/>
              <a:pathLst>
                <a:path w="79362" h="21797" extrusionOk="0">
                  <a:moveTo>
                    <a:pt x="0" y="21797"/>
                  </a:moveTo>
                  <a:lnTo>
                    <a:pt x="15952" y="2476"/>
                  </a:lnTo>
                  <a:lnTo>
                    <a:pt x="30106" y="2476"/>
                  </a:lnTo>
                  <a:lnTo>
                    <a:pt x="36284" y="8654"/>
                  </a:lnTo>
                  <a:lnTo>
                    <a:pt x="74366" y="8654"/>
                  </a:lnTo>
                  <a:lnTo>
                    <a:pt x="79362" y="0"/>
                  </a:lnTo>
                </a:path>
              </a:pathLst>
            </a:custGeom>
            <a:noFill/>
            <a:ln w="9525" cap="flat" cmpd="sng">
              <a:solidFill>
                <a:schemeClr val="dk2"/>
              </a:solidFill>
              <a:prstDash val="solid"/>
              <a:round/>
              <a:headEnd type="none" w="sm" len="sm"/>
              <a:tailEnd type="oval" w="med" len="med"/>
            </a:ln>
          </p:spPr>
        </p:sp>
        <p:cxnSp>
          <p:nvCxnSpPr>
            <p:cNvPr id="203" name="Google Shape;203;p75"/>
            <p:cNvCxnSpPr/>
            <p:nvPr/>
          </p:nvCxnSpPr>
          <p:spPr>
            <a:xfrm>
              <a:off x="8599175" y="4156375"/>
              <a:ext cx="0" cy="1067100"/>
            </a:xfrm>
            <a:prstGeom prst="straightConnector1">
              <a:avLst/>
            </a:prstGeom>
            <a:noFill/>
            <a:ln w="9525" cap="flat" cmpd="sng">
              <a:solidFill>
                <a:schemeClr val="accent1"/>
              </a:solidFill>
              <a:prstDash val="solid"/>
              <a:round/>
              <a:headEnd type="oval" w="med" len="med"/>
              <a:tailEnd type="none" w="sm" len="sm"/>
            </a:ln>
          </p:spPr>
        </p:cxnSp>
      </p:grpSp>
      <p:pic>
        <p:nvPicPr>
          <p:cNvPr id="204" name="Google Shape;204;p75"/>
          <p:cNvPicPr preferRelativeResize="0"/>
          <p:nvPr/>
        </p:nvPicPr>
        <p:blipFill rotWithShape="1">
          <a:blip r:embed="rId2">
            <a:alphaModFix/>
          </a:blip>
          <a:srcRect/>
          <a:stretch/>
        </p:blipFill>
        <p:spPr>
          <a:xfrm>
            <a:off x="8024899" y="4658424"/>
            <a:ext cx="456876" cy="2429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205"/>
        <p:cNvGrpSpPr/>
        <p:nvPr/>
      </p:nvGrpSpPr>
      <p:grpSpPr>
        <a:xfrm>
          <a:off x="0" y="0"/>
          <a:ext cx="0" cy="0"/>
          <a:chOff x="0" y="0"/>
          <a:chExt cx="0" cy="0"/>
        </a:xfrm>
      </p:grpSpPr>
      <p:sp>
        <p:nvSpPr>
          <p:cNvPr id="206" name="Google Shape;206;p76"/>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207" name="Google Shape;207;p76"/>
          <p:cNvSpPr txBox="1">
            <a:spLocks noGrp="1"/>
          </p:cNvSpPr>
          <p:nvPr>
            <p:ph type="title"/>
          </p:nvPr>
        </p:nvSpPr>
        <p:spPr>
          <a:xfrm>
            <a:off x="713225" y="1528613"/>
            <a:ext cx="3015000" cy="11280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08" name="Google Shape;208;p76"/>
          <p:cNvSpPr txBox="1">
            <a:spLocks noGrp="1"/>
          </p:cNvSpPr>
          <p:nvPr>
            <p:ph type="subTitle" idx="1"/>
          </p:nvPr>
        </p:nvSpPr>
        <p:spPr>
          <a:xfrm>
            <a:off x="713225" y="2580488"/>
            <a:ext cx="3015000" cy="1034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209" name="Google Shape;209;p76"/>
          <p:cNvGrpSpPr/>
          <p:nvPr/>
        </p:nvGrpSpPr>
        <p:grpSpPr>
          <a:xfrm>
            <a:off x="-1048049" y="113877"/>
            <a:ext cx="11045523" cy="5029623"/>
            <a:chOff x="-1048049" y="113877"/>
            <a:chExt cx="11045523" cy="5029623"/>
          </a:xfrm>
        </p:grpSpPr>
        <p:pic>
          <p:nvPicPr>
            <p:cNvPr id="210" name="Google Shape;210;p76"/>
            <p:cNvPicPr preferRelativeResize="0"/>
            <p:nvPr/>
          </p:nvPicPr>
          <p:blipFill rotWithShape="1">
            <a:blip r:embed="rId2">
              <a:alphaModFix/>
            </a:blip>
            <a:srcRect/>
            <a:stretch/>
          </p:blipFill>
          <p:spPr>
            <a:xfrm rot="-2700000">
              <a:off x="-1245774" y="918571"/>
              <a:ext cx="2467773" cy="462934"/>
            </a:xfrm>
            <a:prstGeom prst="rect">
              <a:avLst/>
            </a:prstGeom>
            <a:noFill/>
            <a:ln>
              <a:noFill/>
            </a:ln>
          </p:spPr>
        </p:pic>
        <p:pic>
          <p:nvPicPr>
            <p:cNvPr id="211" name="Google Shape;211;p76"/>
            <p:cNvPicPr preferRelativeResize="0"/>
            <p:nvPr/>
          </p:nvPicPr>
          <p:blipFill rotWithShape="1">
            <a:blip r:embed="rId2">
              <a:alphaModFix/>
            </a:blip>
            <a:srcRect/>
            <a:stretch/>
          </p:blipFill>
          <p:spPr>
            <a:xfrm rot="-2700000">
              <a:off x="7727426" y="3875871"/>
              <a:ext cx="2467773" cy="462934"/>
            </a:xfrm>
            <a:prstGeom prst="rect">
              <a:avLst/>
            </a:prstGeom>
            <a:noFill/>
            <a:ln>
              <a:noFill/>
            </a:ln>
          </p:spPr>
        </p:pic>
      </p:grpSp>
      <p:grpSp>
        <p:nvGrpSpPr>
          <p:cNvPr id="212" name="Google Shape;212;p76"/>
          <p:cNvGrpSpPr/>
          <p:nvPr/>
        </p:nvGrpSpPr>
        <p:grpSpPr>
          <a:xfrm>
            <a:off x="-573001" y="4645068"/>
            <a:ext cx="2487187" cy="603332"/>
            <a:chOff x="162825" y="4587541"/>
            <a:chExt cx="1763712" cy="427834"/>
          </a:xfrm>
        </p:grpSpPr>
        <p:pic>
          <p:nvPicPr>
            <p:cNvPr id="213" name="Google Shape;213;p76"/>
            <p:cNvPicPr preferRelativeResize="0"/>
            <p:nvPr/>
          </p:nvPicPr>
          <p:blipFill rotWithShape="1">
            <a:blip r:embed="rId3">
              <a:alphaModFix amt="46000"/>
            </a:blip>
            <a:srcRect/>
            <a:stretch/>
          </p:blipFill>
          <p:spPr>
            <a:xfrm>
              <a:off x="162825" y="4648923"/>
              <a:ext cx="1578400" cy="366450"/>
            </a:xfrm>
            <a:prstGeom prst="rect">
              <a:avLst/>
            </a:prstGeom>
            <a:noFill/>
            <a:ln>
              <a:noFill/>
            </a:ln>
          </p:spPr>
        </p:pic>
        <p:pic>
          <p:nvPicPr>
            <p:cNvPr id="214" name="Google Shape;214;p76"/>
            <p:cNvPicPr preferRelativeResize="0"/>
            <p:nvPr/>
          </p:nvPicPr>
          <p:blipFill rotWithShape="1">
            <a:blip r:embed="rId3">
              <a:alphaModFix/>
            </a:blip>
            <a:srcRect/>
            <a:stretch/>
          </p:blipFill>
          <p:spPr>
            <a:xfrm>
              <a:off x="819963" y="4758475"/>
              <a:ext cx="1106574" cy="256900"/>
            </a:xfrm>
            <a:prstGeom prst="rect">
              <a:avLst/>
            </a:prstGeom>
            <a:noFill/>
            <a:ln>
              <a:noFill/>
            </a:ln>
          </p:spPr>
        </p:pic>
        <p:pic>
          <p:nvPicPr>
            <p:cNvPr id="215" name="Google Shape;215;p76"/>
            <p:cNvPicPr preferRelativeResize="0"/>
            <p:nvPr/>
          </p:nvPicPr>
          <p:blipFill rotWithShape="1">
            <a:blip r:embed="rId3">
              <a:alphaModFix amt="88000"/>
            </a:blip>
            <a:srcRect/>
            <a:stretch/>
          </p:blipFill>
          <p:spPr>
            <a:xfrm>
              <a:off x="440163" y="4587541"/>
              <a:ext cx="1106574" cy="256900"/>
            </a:xfrm>
            <a:prstGeom prst="rect">
              <a:avLst/>
            </a:prstGeom>
            <a:noFill/>
            <a:ln>
              <a:noFill/>
            </a:ln>
          </p:spPr>
        </p:pic>
      </p:grpSp>
      <p:pic>
        <p:nvPicPr>
          <p:cNvPr id="216" name="Google Shape;216;p76"/>
          <p:cNvPicPr preferRelativeResize="0"/>
          <p:nvPr/>
        </p:nvPicPr>
        <p:blipFill rotWithShape="1">
          <a:blip r:embed="rId4">
            <a:alphaModFix/>
          </a:blip>
          <a:srcRect b="25996"/>
          <a:stretch/>
        </p:blipFill>
        <p:spPr>
          <a:xfrm rot="10800000">
            <a:off x="440169" y="150028"/>
            <a:ext cx="3638426" cy="5576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2">
  <p:cSld name="CUSTOM_4_2">
    <p:spTree>
      <p:nvGrpSpPr>
        <p:cNvPr id="1" name="Shape 217"/>
        <p:cNvGrpSpPr/>
        <p:nvPr/>
      </p:nvGrpSpPr>
      <p:grpSpPr>
        <a:xfrm>
          <a:off x="0" y="0"/>
          <a:ext cx="0" cy="0"/>
          <a:chOff x="0" y="0"/>
          <a:chExt cx="0" cy="0"/>
        </a:xfrm>
      </p:grpSpPr>
      <p:sp>
        <p:nvSpPr>
          <p:cNvPr id="218" name="Google Shape;218;p77"/>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219" name="Google Shape;219;p77"/>
          <p:cNvSpPr txBox="1">
            <a:spLocks noGrp="1"/>
          </p:cNvSpPr>
          <p:nvPr>
            <p:ph type="title"/>
          </p:nvPr>
        </p:nvSpPr>
        <p:spPr>
          <a:xfrm>
            <a:off x="5415775" y="1943370"/>
            <a:ext cx="3015000" cy="713400"/>
          </a:xfrm>
          <a:prstGeom prst="rect">
            <a:avLst/>
          </a:prstGeom>
          <a:noFill/>
          <a:ln>
            <a:noFill/>
          </a:ln>
        </p:spPr>
        <p:txBody>
          <a:bodyPr spcFirstLastPara="1" wrap="square" lIns="91425" tIns="91425" rIns="91425" bIns="91425" anchor="b" anchorCtr="0">
            <a:noAutofit/>
          </a:bodyPr>
          <a:lstStyle>
            <a:lvl1pPr lvl="0" algn="r">
              <a:lnSpc>
                <a:spcPct val="115000"/>
              </a:lnSpc>
              <a:spcBef>
                <a:spcPts val="0"/>
              </a:spcBef>
              <a:spcAft>
                <a:spcPts val="0"/>
              </a:spcAft>
              <a:buSzPts val="2800"/>
              <a:buNone/>
              <a:defRPr/>
            </a:lvl1pPr>
            <a:lvl2pPr lvl="1" algn="r">
              <a:lnSpc>
                <a:spcPct val="100000"/>
              </a:lnSpc>
              <a:spcBef>
                <a:spcPts val="0"/>
              </a:spcBef>
              <a:spcAft>
                <a:spcPts val="0"/>
              </a:spcAft>
              <a:buSzPts val="2800"/>
              <a:buNone/>
              <a:defRPr/>
            </a:lvl2pPr>
            <a:lvl3pPr lvl="2" algn="r">
              <a:lnSpc>
                <a:spcPct val="100000"/>
              </a:lnSpc>
              <a:spcBef>
                <a:spcPts val="0"/>
              </a:spcBef>
              <a:spcAft>
                <a:spcPts val="0"/>
              </a:spcAft>
              <a:buSzPts val="2800"/>
              <a:buNone/>
              <a:defRPr/>
            </a:lvl3pPr>
            <a:lvl4pPr lvl="3" algn="r">
              <a:lnSpc>
                <a:spcPct val="100000"/>
              </a:lnSpc>
              <a:spcBef>
                <a:spcPts val="0"/>
              </a:spcBef>
              <a:spcAft>
                <a:spcPts val="0"/>
              </a:spcAft>
              <a:buSzPts val="2800"/>
              <a:buNone/>
              <a:defRPr/>
            </a:lvl4pPr>
            <a:lvl5pPr lvl="4" algn="r">
              <a:lnSpc>
                <a:spcPct val="100000"/>
              </a:lnSpc>
              <a:spcBef>
                <a:spcPts val="0"/>
              </a:spcBef>
              <a:spcAft>
                <a:spcPts val="0"/>
              </a:spcAft>
              <a:buSzPts val="2800"/>
              <a:buNone/>
              <a:defRPr/>
            </a:lvl5pPr>
            <a:lvl6pPr lvl="5" algn="r">
              <a:lnSpc>
                <a:spcPct val="100000"/>
              </a:lnSpc>
              <a:spcBef>
                <a:spcPts val="0"/>
              </a:spcBef>
              <a:spcAft>
                <a:spcPts val="0"/>
              </a:spcAft>
              <a:buSzPts val="2800"/>
              <a:buNone/>
              <a:defRPr/>
            </a:lvl6pPr>
            <a:lvl7pPr lvl="6" algn="r">
              <a:lnSpc>
                <a:spcPct val="100000"/>
              </a:lnSpc>
              <a:spcBef>
                <a:spcPts val="0"/>
              </a:spcBef>
              <a:spcAft>
                <a:spcPts val="0"/>
              </a:spcAft>
              <a:buSzPts val="2800"/>
              <a:buNone/>
              <a:defRPr/>
            </a:lvl7pPr>
            <a:lvl8pPr lvl="7" algn="r">
              <a:lnSpc>
                <a:spcPct val="100000"/>
              </a:lnSpc>
              <a:spcBef>
                <a:spcPts val="0"/>
              </a:spcBef>
              <a:spcAft>
                <a:spcPts val="0"/>
              </a:spcAft>
              <a:buSzPts val="2800"/>
              <a:buNone/>
              <a:defRPr/>
            </a:lvl8pPr>
            <a:lvl9pPr lvl="8" algn="r">
              <a:lnSpc>
                <a:spcPct val="100000"/>
              </a:lnSpc>
              <a:spcBef>
                <a:spcPts val="0"/>
              </a:spcBef>
              <a:spcAft>
                <a:spcPts val="0"/>
              </a:spcAft>
              <a:buSzPts val="2800"/>
              <a:buNone/>
              <a:defRPr/>
            </a:lvl9pPr>
          </a:lstStyle>
          <a:p>
            <a:endParaRPr/>
          </a:p>
        </p:txBody>
      </p:sp>
      <p:sp>
        <p:nvSpPr>
          <p:cNvPr id="220" name="Google Shape;220;p77"/>
          <p:cNvSpPr txBox="1">
            <a:spLocks noGrp="1"/>
          </p:cNvSpPr>
          <p:nvPr>
            <p:ph type="subTitle" idx="1"/>
          </p:nvPr>
        </p:nvSpPr>
        <p:spPr>
          <a:xfrm>
            <a:off x="5415775" y="2580488"/>
            <a:ext cx="3015000" cy="1034400"/>
          </a:xfrm>
          <a:prstGeom prst="rect">
            <a:avLst/>
          </a:prstGeom>
          <a:noFill/>
          <a:ln>
            <a:noFill/>
          </a:ln>
        </p:spPr>
        <p:txBody>
          <a:bodyPr spcFirstLastPara="1" wrap="square" lIns="91425" tIns="91425" rIns="91425" bIns="91425" anchor="t" anchorCtr="0">
            <a:noAutofit/>
          </a:bodyPr>
          <a:lstStyle>
            <a:lvl1pPr lvl="0" algn="r">
              <a:lnSpc>
                <a:spcPct val="115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endParaRPr/>
          </a:p>
        </p:txBody>
      </p:sp>
      <p:grpSp>
        <p:nvGrpSpPr>
          <p:cNvPr id="221" name="Google Shape;221;p77"/>
          <p:cNvGrpSpPr/>
          <p:nvPr/>
        </p:nvGrpSpPr>
        <p:grpSpPr>
          <a:xfrm>
            <a:off x="-715684" y="-910399"/>
            <a:ext cx="9731141" cy="5824491"/>
            <a:chOff x="-715684" y="-910399"/>
            <a:chExt cx="9731141" cy="5824491"/>
          </a:xfrm>
        </p:grpSpPr>
        <p:pic>
          <p:nvPicPr>
            <p:cNvPr id="222" name="Google Shape;222;p77"/>
            <p:cNvPicPr preferRelativeResize="0"/>
            <p:nvPr/>
          </p:nvPicPr>
          <p:blipFill rotWithShape="1">
            <a:blip r:embed="rId2">
              <a:alphaModFix/>
            </a:blip>
            <a:srcRect/>
            <a:stretch/>
          </p:blipFill>
          <p:spPr>
            <a:xfrm rot="-8100000">
              <a:off x="-222201" y="-474253"/>
              <a:ext cx="2186986" cy="2301659"/>
            </a:xfrm>
            <a:prstGeom prst="rect">
              <a:avLst/>
            </a:prstGeom>
            <a:noFill/>
            <a:ln>
              <a:noFill/>
            </a:ln>
          </p:spPr>
        </p:pic>
        <p:pic>
          <p:nvPicPr>
            <p:cNvPr id="223" name="Google Shape;223;p77"/>
            <p:cNvPicPr preferRelativeResize="0"/>
            <p:nvPr/>
          </p:nvPicPr>
          <p:blipFill rotWithShape="1">
            <a:blip r:embed="rId3">
              <a:alphaModFix/>
            </a:blip>
            <a:srcRect/>
            <a:stretch/>
          </p:blipFill>
          <p:spPr>
            <a:xfrm rot="10800000">
              <a:off x="6924987" y="201250"/>
              <a:ext cx="1963202" cy="1388125"/>
            </a:xfrm>
            <a:prstGeom prst="rect">
              <a:avLst/>
            </a:prstGeom>
            <a:noFill/>
            <a:ln>
              <a:noFill/>
            </a:ln>
          </p:spPr>
        </p:pic>
        <p:pic>
          <p:nvPicPr>
            <p:cNvPr id="224" name="Google Shape;224;p77"/>
            <p:cNvPicPr preferRelativeResize="0"/>
            <p:nvPr/>
          </p:nvPicPr>
          <p:blipFill rotWithShape="1">
            <a:blip r:embed="rId4">
              <a:alphaModFix/>
            </a:blip>
            <a:srcRect/>
            <a:stretch/>
          </p:blipFill>
          <p:spPr>
            <a:xfrm rot="-5400000">
              <a:off x="7393751" y="941943"/>
              <a:ext cx="2467773" cy="775639"/>
            </a:xfrm>
            <a:prstGeom prst="rect">
              <a:avLst/>
            </a:prstGeom>
            <a:noFill/>
            <a:ln>
              <a:noFill/>
            </a:ln>
          </p:spPr>
        </p:pic>
        <p:pic>
          <p:nvPicPr>
            <p:cNvPr id="225" name="Google Shape;225;p77"/>
            <p:cNvPicPr preferRelativeResize="0"/>
            <p:nvPr/>
          </p:nvPicPr>
          <p:blipFill rotWithShape="1">
            <a:blip r:embed="rId5">
              <a:alphaModFix/>
            </a:blip>
            <a:srcRect/>
            <a:stretch/>
          </p:blipFill>
          <p:spPr>
            <a:xfrm>
              <a:off x="6488576" y="4451159"/>
              <a:ext cx="2467774" cy="462933"/>
            </a:xfrm>
            <a:prstGeom prst="rect">
              <a:avLst/>
            </a:prstGeom>
            <a:noFill/>
            <a:ln>
              <a:noFill/>
            </a:ln>
          </p:spPr>
        </p:pic>
      </p:grpSp>
      <p:grpSp>
        <p:nvGrpSpPr>
          <p:cNvPr id="226" name="Google Shape;226;p77"/>
          <p:cNvGrpSpPr/>
          <p:nvPr/>
        </p:nvGrpSpPr>
        <p:grpSpPr>
          <a:xfrm>
            <a:off x="-44934" y="-61767"/>
            <a:ext cx="9236543" cy="5274066"/>
            <a:chOff x="-44934" y="-61767"/>
            <a:chExt cx="9236543" cy="5274066"/>
          </a:xfrm>
        </p:grpSpPr>
        <p:pic>
          <p:nvPicPr>
            <p:cNvPr id="227" name="Google Shape;227;p77"/>
            <p:cNvPicPr preferRelativeResize="0"/>
            <p:nvPr/>
          </p:nvPicPr>
          <p:blipFill rotWithShape="1">
            <a:blip r:embed="rId6">
              <a:alphaModFix/>
            </a:blip>
            <a:srcRect/>
            <a:stretch/>
          </p:blipFill>
          <p:spPr>
            <a:xfrm flipH="1">
              <a:off x="7004083" y="4437200"/>
              <a:ext cx="2187526" cy="775099"/>
            </a:xfrm>
            <a:prstGeom prst="rect">
              <a:avLst/>
            </a:prstGeom>
            <a:noFill/>
            <a:ln>
              <a:noFill/>
            </a:ln>
          </p:spPr>
        </p:pic>
        <p:pic>
          <p:nvPicPr>
            <p:cNvPr id="228" name="Google Shape;228;p77"/>
            <p:cNvPicPr preferRelativeResize="0"/>
            <p:nvPr/>
          </p:nvPicPr>
          <p:blipFill rotWithShape="1">
            <a:blip r:embed="rId6">
              <a:alphaModFix/>
            </a:blip>
            <a:srcRect/>
            <a:stretch/>
          </p:blipFill>
          <p:spPr>
            <a:xfrm rot="10800000" flipH="1">
              <a:off x="-44934" y="-61767"/>
              <a:ext cx="2187526" cy="775099"/>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229"/>
        <p:cNvGrpSpPr/>
        <p:nvPr/>
      </p:nvGrpSpPr>
      <p:grpSpPr>
        <a:xfrm>
          <a:off x="0" y="0"/>
          <a:ext cx="0" cy="0"/>
          <a:chOff x="0" y="0"/>
          <a:chExt cx="0" cy="0"/>
        </a:xfrm>
      </p:grpSpPr>
      <p:sp>
        <p:nvSpPr>
          <p:cNvPr id="230" name="Google Shape;230;p78"/>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231" name="Google Shape;231;p7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232" name="Google Shape;232;p78"/>
          <p:cNvPicPr preferRelativeResize="0"/>
          <p:nvPr/>
        </p:nvPicPr>
        <p:blipFill rotWithShape="1">
          <a:blip r:embed="rId2">
            <a:alphaModFix/>
          </a:blip>
          <a:srcRect/>
          <a:stretch/>
        </p:blipFill>
        <p:spPr>
          <a:xfrm rot="5400000">
            <a:off x="144674" y="4585774"/>
            <a:ext cx="456876" cy="242950"/>
          </a:xfrm>
          <a:prstGeom prst="rect">
            <a:avLst/>
          </a:prstGeom>
          <a:noFill/>
          <a:ln>
            <a:noFill/>
          </a:ln>
        </p:spPr>
      </p:pic>
      <p:grpSp>
        <p:nvGrpSpPr>
          <p:cNvPr id="233" name="Google Shape;233;p78"/>
          <p:cNvGrpSpPr/>
          <p:nvPr/>
        </p:nvGrpSpPr>
        <p:grpSpPr>
          <a:xfrm>
            <a:off x="180800" y="151650"/>
            <a:ext cx="7384900" cy="4847217"/>
            <a:chOff x="180800" y="151650"/>
            <a:chExt cx="7384900" cy="4847217"/>
          </a:xfrm>
        </p:grpSpPr>
        <p:pic>
          <p:nvPicPr>
            <p:cNvPr id="234" name="Google Shape;234;p78"/>
            <p:cNvPicPr preferRelativeResize="0"/>
            <p:nvPr/>
          </p:nvPicPr>
          <p:blipFill rotWithShape="1">
            <a:blip r:embed="rId3">
              <a:alphaModFix/>
            </a:blip>
            <a:srcRect l="11402" b="23692"/>
            <a:stretch/>
          </p:blipFill>
          <p:spPr>
            <a:xfrm>
              <a:off x="180800" y="4478792"/>
              <a:ext cx="2380425" cy="520075"/>
            </a:xfrm>
            <a:prstGeom prst="rect">
              <a:avLst/>
            </a:prstGeom>
            <a:noFill/>
            <a:ln>
              <a:noFill/>
            </a:ln>
          </p:spPr>
        </p:pic>
        <p:pic>
          <p:nvPicPr>
            <p:cNvPr id="235" name="Google Shape;235;p78"/>
            <p:cNvPicPr preferRelativeResize="0"/>
            <p:nvPr/>
          </p:nvPicPr>
          <p:blipFill rotWithShape="1">
            <a:blip r:embed="rId3">
              <a:alphaModFix/>
            </a:blip>
            <a:srcRect l="-542" b="23692"/>
            <a:stretch/>
          </p:blipFill>
          <p:spPr>
            <a:xfrm rot="10800000">
              <a:off x="4864399" y="151650"/>
              <a:ext cx="2701301" cy="520075"/>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236"/>
        <p:cNvGrpSpPr/>
        <p:nvPr/>
      </p:nvGrpSpPr>
      <p:grpSpPr>
        <a:xfrm>
          <a:off x="0" y="0"/>
          <a:ext cx="0" cy="0"/>
          <a:chOff x="0" y="0"/>
          <a:chExt cx="0" cy="0"/>
        </a:xfrm>
      </p:grpSpPr>
      <p:sp>
        <p:nvSpPr>
          <p:cNvPr id="237" name="Google Shape;237;p79"/>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238" name="Google Shape;238;p7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grpSp>
        <p:nvGrpSpPr>
          <p:cNvPr id="239" name="Google Shape;239;p79"/>
          <p:cNvGrpSpPr/>
          <p:nvPr/>
        </p:nvGrpSpPr>
        <p:grpSpPr>
          <a:xfrm>
            <a:off x="182592" y="152134"/>
            <a:ext cx="8782132" cy="4841131"/>
            <a:chOff x="182592" y="152134"/>
            <a:chExt cx="8782132" cy="4841131"/>
          </a:xfrm>
        </p:grpSpPr>
        <p:pic>
          <p:nvPicPr>
            <p:cNvPr id="240" name="Google Shape;240;p79"/>
            <p:cNvPicPr preferRelativeResize="0"/>
            <p:nvPr/>
          </p:nvPicPr>
          <p:blipFill rotWithShape="1">
            <a:blip r:embed="rId2">
              <a:alphaModFix/>
            </a:blip>
            <a:srcRect r="49589" b="7551"/>
            <a:stretch/>
          </p:blipFill>
          <p:spPr>
            <a:xfrm>
              <a:off x="7720725" y="3846041"/>
              <a:ext cx="1243999" cy="1147224"/>
            </a:xfrm>
            <a:prstGeom prst="rect">
              <a:avLst/>
            </a:prstGeom>
            <a:noFill/>
            <a:ln>
              <a:noFill/>
            </a:ln>
          </p:spPr>
        </p:pic>
        <p:pic>
          <p:nvPicPr>
            <p:cNvPr id="241" name="Google Shape;241;p79"/>
            <p:cNvPicPr preferRelativeResize="0"/>
            <p:nvPr/>
          </p:nvPicPr>
          <p:blipFill rotWithShape="1">
            <a:blip r:embed="rId2">
              <a:alphaModFix/>
            </a:blip>
            <a:srcRect r="49589" b="7551"/>
            <a:stretch/>
          </p:blipFill>
          <p:spPr>
            <a:xfrm rot="10800000">
              <a:off x="182592" y="152134"/>
              <a:ext cx="957599" cy="883100"/>
            </a:xfrm>
            <a:prstGeom prst="rect">
              <a:avLst/>
            </a:prstGeom>
            <a:noFill/>
            <a:ln>
              <a:noFill/>
            </a:ln>
          </p:spPr>
        </p:pic>
      </p:grpSp>
      <p:pic>
        <p:nvPicPr>
          <p:cNvPr id="242" name="Google Shape;242;p79"/>
          <p:cNvPicPr preferRelativeResize="0"/>
          <p:nvPr/>
        </p:nvPicPr>
        <p:blipFill rotWithShape="1">
          <a:blip r:embed="rId3">
            <a:alphaModFix/>
          </a:blip>
          <a:srcRect/>
          <a:stretch/>
        </p:blipFill>
        <p:spPr>
          <a:xfrm>
            <a:off x="6322101" y="4409576"/>
            <a:ext cx="2467773" cy="775639"/>
          </a:xfrm>
          <a:prstGeom prst="rect">
            <a:avLst/>
          </a:prstGeom>
          <a:noFill/>
          <a:ln>
            <a:noFill/>
          </a:ln>
        </p:spPr>
      </p:pic>
      <p:pic>
        <p:nvPicPr>
          <p:cNvPr id="243" name="Google Shape;243;p79"/>
          <p:cNvPicPr preferRelativeResize="0"/>
          <p:nvPr/>
        </p:nvPicPr>
        <p:blipFill rotWithShape="1">
          <a:blip r:embed="rId4">
            <a:alphaModFix/>
          </a:blip>
          <a:srcRect/>
          <a:stretch/>
        </p:blipFill>
        <p:spPr>
          <a:xfrm rot="5400000">
            <a:off x="-546499" y="1455823"/>
            <a:ext cx="1811326" cy="42052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244"/>
        <p:cNvGrpSpPr/>
        <p:nvPr/>
      </p:nvGrpSpPr>
      <p:grpSpPr>
        <a:xfrm>
          <a:off x="0" y="0"/>
          <a:ext cx="0" cy="0"/>
          <a:chOff x="0" y="0"/>
          <a:chExt cx="0" cy="0"/>
        </a:xfrm>
      </p:grpSpPr>
      <p:sp>
        <p:nvSpPr>
          <p:cNvPr id="245" name="Google Shape;245;p80"/>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246" name="Google Shape;246;p8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247" name="Google Shape;247;p80"/>
          <p:cNvPicPr preferRelativeResize="0"/>
          <p:nvPr/>
        </p:nvPicPr>
        <p:blipFill rotWithShape="1">
          <a:blip r:embed="rId2">
            <a:alphaModFix/>
          </a:blip>
          <a:srcRect/>
          <a:stretch/>
        </p:blipFill>
        <p:spPr>
          <a:xfrm rot="10800000">
            <a:off x="7173151" y="148975"/>
            <a:ext cx="1750074" cy="406300"/>
          </a:xfrm>
          <a:prstGeom prst="rect">
            <a:avLst/>
          </a:prstGeom>
          <a:noFill/>
          <a:ln>
            <a:noFill/>
          </a:ln>
        </p:spPr>
      </p:pic>
      <p:grpSp>
        <p:nvGrpSpPr>
          <p:cNvPr id="248" name="Google Shape;248;p80"/>
          <p:cNvGrpSpPr/>
          <p:nvPr/>
        </p:nvGrpSpPr>
        <p:grpSpPr>
          <a:xfrm>
            <a:off x="5" y="4485746"/>
            <a:ext cx="5468149" cy="506759"/>
            <a:chOff x="1798830" y="4485746"/>
            <a:chExt cx="5468149" cy="506759"/>
          </a:xfrm>
        </p:grpSpPr>
        <p:pic>
          <p:nvPicPr>
            <p:cNvPr id="249" name="Google Shape;249;p80"/>
            <p:cNvPicPr preferRelativeResize="0"/>
            <p:nvPr/>
          </p:nvPicPr>
          <p:blipFill rotWithShape="1">
            <a:blip r:embed="rId3">
              <a:alphaModFix/>
            </a:blip>
            <a:srcRect t="27948"/>
            <a:stretch/>
          </p:blipFill>
          <p:spPr>
            <a:xfrm rot="10800000">
              <a:off x="3338099" y="4628330"/>
              <a:ext cx="2467776" cy="364175"/>
            </a:xfrm>
            <a:prstGeom prst="rect">
              <a:avLst/>
            </a:prstGeom>
            <a:noFill/>
            <a:ln>
              <a:noFill/>
            </a:ln>
          </p:spPr>
        </p:pic>
        <p:pic>
          <p:nvPicPr>
            <p:cNvPr id="250" name="Google Shape;250;p80"/>
            <p:cNvPicPr preferRelativeResize="0"/>
            <p:nvPr/>
          </p:nvPicPr>
          <p:blipFill rotWithShape="1">
            <a:blip r:embed="rId4">
              <a:alphaModFix/>
            </a:blip>
            <a:srcRect/>
            <a:stretch/>
          </p:blipFill>
          <p:spPr>
            <a:xfrm>
              <a:off x="1798830" y="4485746"/>
              <a:ext cx="2467774" cy="462933"/>
            </a:xfrm>
            <a:prstGeom prst="rect">
              <a:avLst/>
            </a:prstGeom>
            <a:noFill/>
            <a:ln>
              <a:noFill/>
            </a:ln>
          </p:spPr>
        </p:pic>
        <p:pic>
          <p:nvPicPr>
            <p:cNvPr id="251" name="Google Shape;251;p80"/>
            <p:cNvPicPr preferRelativeResize="0"/>
            <p:nvPr/>
          </p:nvPicPr>
          <p:blipFill rotWithShape="1">
            <a:blip r:embed="rId4">
              <a:alphaModFix/>
            </a:blip>
            <a:srcRect/>
            <a:stretch/>
          </p:blipFill>
          <p:spPr>
            <a:xfrm>
              <a:off x="4799205" y="4485746"/>
              <a:ext cx="2467774" cy="462933"/>
            </a:xfrm>
            <a:prstGeom prst="rect">
              <a:avLst/>
            </a:prstGeom>
            <a:noFill/>
            <a:ln>
              <a:noFill/>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4">
  <p:cSld name="CUSTOM_10_1_1_1">
    <p:spTree>
      <p:nvGrpSpPr>
        <p:cNvPr id="1" name="Shape 252"/>
        <p:cNvGrpSpPr/>
        <p:nvPr/>
      </p:nvGrpSpPr>
      <p:grpSpPr>
        <a:xfrm>
          <a:off x="0" y="0"/>
          <a:ext cx="0" cy="0"/>
          <a:chOff x="0" y="0"/>
          <a:chExt cx="0" cy="0"/>
        </a:xfrm>
      </p:grpSpPr>
      <p:sp>
        <p:nvSpPr>
          <p:cNvPr id="253" name="Google Shape;253;p81"/>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254" name="Google Shape;254;p8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grpSp>
        <p:nvGrpSpPr>
          <p:cNvPr id="255" name="Google Shape;255;p81"/>
          <p:cNvGrpSpPr/>
          <p:nvPr/>
        </p:nvGrpSpPr>
        <p:grpSpPr>
          <a:xfrm>
            <a:off x="5610238" y="-3"/>
            <a:ext cx="3206224" cy="664100"/>
            <a:chOff x="5610238" y="-3"/>
            <a:chExt cx="3206224" cy="664100"/>
          </a:xfrm>
        </p:grpSpPr>
        <p:pic>
          <p:nvPicPr>
            <p:cNvPr id="256" name="Google Shape;256;p81"/>
            <p:cNvPicPr preferRelativeResize="0"/>
            <p:nvPr/>
          </p:nvPicPr>
          <p:blipFill rotWithShape="1">
            <a:blip r:embed="rId2">
              <a:alphaModFix amt="51000"/>
            </a:blip>
            <a:srcRect/>
            <a:stretch/>
          </p:blipFill>
          <p:spPr>
            <a:xfrm rot="10800000">
              <a:off x="5610238" y="-3"/>
              <a:ext cx="3206224" cy="664100"/>
            </a:xfrm>
            <a:prstGeom prst="rect">
              <a:avLst/>
            </a:prstGeom>
            <a:noFill/>
            <a:ln>
              <a:noFill/>
            </a:ln>
          </p:spPr>
        </p:pic>
        <p:pic>
          <p:nvPicPr>
            <p:cNvPr id="257" name="Google Shape;257;p81"/>
            <p:cNvPicPr preferRelativeResize="0"/>
            <p:nvPr/>
          </p:nvPicPr>
          <p:blipFill rotWithShape="1">
            <a:blip r:embed="rId2">
              <a:alphaModFix/>
            </a:blip>
            <a:srcRect/>
            <a:stretch/>
          </p:blipFill>
          <p:spPr>
            <a:xfrm rot="10800000">
              <a:off x="6415875" y="159727"/>
              <a:ext cx="1185500" cy="245550"/>
            </a:xfrm>
            <a:prstGeom prst="rect">
              <a:avLst/>
            </a:prstGeom>
            <a:noFill/>
            <a:ln>
              <a:noFill/>
            </a:ln>
          </p:spPr>
        </p:pic>
      </p:grpSp>
      <p:grpSp>
        <p:nvGrpSpPr>
          <p:cNvPr id="258" name="Google Shape;258;p81"/>
          <p:cNvGrpSpPr/>
          <p:nvPr/>
        </p:nvGrpSpPr>
        <p:grpSpPr>
          <a:xfrm>
            <a:off x="173699" y="149901"/>
            <a:ext cx="8791752" cy="5042756"/>
            <a:chOff x="173699" y="149901"/>
            <a:chExt cx="8791752" cy="5042756"/>
          </a:xfrm>
        </p:grpSpPr>
        <p:pic>
          <p:nvPicPr>
            <p:cNvPr id="259" name="Google Shape;259;p81"/>
            <p:cNvPicPr preferRelativeResize="0"/>
            <p:nvPr/>
          </p:nvPicPr>
          <p:blipFill rotWithShape="1">
            <a:blip r:embed="rId3">
              <a:alphaModFix/>
            </a:blip>
            <a:srcRect/>
            <a:stretch/>
          </p:blipFill>
          <p:spPr>
            <a:xfrm>
              <a:off x="1144626" y="4417018"/>
              <a:ext cx="2467773" cy="775639"/>
            </a:xfrm>
            <a:prstGeom prst="rect">
              <a:avLst/>
            </a:prstGeom>
            <a:noFill/>
            <a:ln>
              <a:noFill/>
            </a:ln>
          </p:spPr>
        </p:pic>
        <p:pic>
          <p:nvPicPr>
            <p:cNvPr id="260" name="Google Shape;260;p81"/>
            <p:cNvPicPr preferRelativeResize="0"/>
            <p:nvPr/>
          </p:nvPicPr>
          <p:blipFill rotWithShape="1">
            <a:blip r:embed="rId4">
              <a:alphaModFix/>
            </a:blip>
            <a:srcRect/>
            <a:stretch/>
          </p:blipFill>
          <p:spPr>
            <a:xfrm>
              <a:off x="173699" y="3609676"/>
              <a:ext cx="1963202" cy="1388124"/>
            </a:xfrm>
            <a:prstGeom prst="rect">
              <a:avLst/>
            </a:prstGeom>
            <a:noFill/>
            <a:ln>
              <a:noFill/>
            </a:ln>
          </p:spPr>
        </p:pic>
        <p:pic>
          <p:nvPicPr>
            <p:cNvPr id="261" name="Google Shape;261;p81"/>
            <p:cNvPicPr preferRelativeResize="0"/>
            <p:nvPr/>
          </p:nvPicPr>
          <p:blipFill rotWithShape="1">
            <a:blip r:embed="rId4">
              <a:alphaModFix/>
            </a:blip>
            <a:srcRect/>
            <a:stretch/>
          </p:blipFill>
          <p:spPr>
            <a:xfrm rot="10800000">
              <a:off x="7002249" y="149901"/>
              <a:ext cx="1963202" cy="1388125"/>
            </a:xfrm>
            <a:prstGeom prst="rect">
              <a:avLst/>
            </a:prstGeom>
            <a:noFill/>
            <a:ln>
              <a:noFill/>
            </a:ln>
          </p:spPr>
        </p:pic>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5">
  <p:cSld name="CUSTOM_10_1_1_1_1">
    <p:spTree>
      <p:nvGrpSpPr>
        <p:cNvPr id="1" name="Shape 262"/>
        <p:cNvGrpSpPr/>
        <p:nvPr/>
      </p:nvGrpSpPr>
      <p:grpSpPr>
        <a:xfrm>
          <a:off x="0" y="0"/>
          <a:ext cx="0" cy="0"/>
          <a:chOff x="0" y="0"/>
          <a:chExt cx="0" cy="0"/>
        </a:xfrm>
      </p:grpSpPr>
      <p:sp>
        <p:nvSpPr>
          <p:cNvPr id="263" name="Google Shape;263;p82"/>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264" name="Google Shape;264;p8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265" name="Google Shape;265;p82"/>
          <p:cNvPicPr preferRelativeResize="0"/>
          <p:nvPr/>
        </p:nvPicPr>
        <p:blipFill rotWithShape="1">
          <a:blip r:embed="rId2">
            <a:alphaModFix/>
          </a:blip>
          <a:srcRect/>
          <a:stretch/>
        </p:blipFill>
        <p:spPr>
          <a:xfrm rot="-5400000">
            <a:off x="176324" y="38609"/>
            <a:ext cx="456876" cy="242950"/>
          </a:xfrm>
          <a:prstGeom prst="rect">
            <a:avLst/>
          </a:prstGeom>
          <a:noFill/>
          <a:ln>
            <a:noFill/>
          </a:ln>
        </p:spPr>
      </p:pic>
      <p:grpSp>
        <p:nvGrpSpPr>
          <p:cNvPr id="266" name="Google Shape;266;p82"/>
          <p:cNvGrpSpPr/>
          <p:nvPr/>
        </p:nvGrpSpPr>
        <p:grpSpPr>
          <a:xfrm>
            <a:off x="-142003" y="-533617"/>
            <a:ext cx="9427304" cy="6355534"/>
            <a:chOff x="-142003" y="-533617"/>
            <a:chExt cx="9427304" cy="6355534"/>
          </a:xfrm>
        </p:grpSpPr>
        <p:grpSp>
          <p:nvGrpSpPr>
            <p:cNvPr id="267" name="Google Shape;267;p82"/>
            <p:cNvGrpSpPr/>
            <p:nvPr/>
          </p:nvGrpSpPr>
          <p:grpSpPr>
            <a:xfrm>
              <a:off x="-142003" y="-533617"/>
              <a:ext cx="579444" cy="2237684"/>
              <a:chOff x="-142003" y="-533617"/>
              <a:chExt cx="579444" cy="2237684"/>
            </a:xfrm>
          </p:grpSpPr>
          <p:pic>
            <p:nvPicPr>
              <p:cNvPr id="268" name="Google Shape;268;p82"/>
              <p:cNvPicPr preferRelativeResize="0"/>
              <p:nvPr/>
            </p:nvPicPr>
            <p:blipFill rotWithShape="1">
              <a:blip r:embed="rId3">
                <a:alphaModFix/>
              </a:blip>
              <a:srcRect/>
              <a:stretch/>
            </p:blipFill>
            <p:spPr>
              <a:xfrm rot="5399949">
                <a:off x="-840531" y="164927"/>
                <a:ext cx="1755019" cy="357937"/>
              </a:xfrm>
              <a:prstGeom prst="rect">
                <a:avLst/>
              </a:prstGeom>
              <a:noFill/>
              <a:ln>
                <a:noFill/>
              </a:ln>
            </p:spPr>
          </p:pic>
          <p:pic>
            <p:nvPicPr>
              <p:cNvPr id="269" name="Google Shape;269;p82"/>
              <p:cNvPicPr preferRelativeResize="0"/>
              <p:nvPr/>
            </p:nvPicPr>
            <p:blipFill rotWithShape="1">
              <a:blip r:embed="rId3">
                <a:alphaModFix/>
              </a:blip>
              <a:srcRect/>
              <a:stretch/>
            </p:blipFill>
            <p:spPr>
              <a:xfrm rot="-5400108">
                <a:off x="-619065" y="647584"/>
                <a:ext cx="1755019" cy="357937"/>
              </a:xfrm>
              <a:prstGeom prst="rect">
                <a:avLst/>
              </a:prstGeom>
              <a:noFill/>
              <a:ln>
                <a:noFill/>
              </a:ln>
            </p:spPr>
          </p:pic>
        </p:grpSp>
        <p:grpSp>
          <p:nvGrpSpPr>
            <p:cNvPr id="270" name="Google Shape;270;p82"/>
            <p:cNvGrpSpPr/>
            <p:nvPr/>
          </p:nvGrpSpPr>
          <p:grpSpPr>
            <a:xfrm>
              <a:off x="8705857" y="3584233"/>
              <a:ext cx="579444" cy="2237684"/>
              <a:chOff x="-142003" y="-533617"/>
              <a:chExt cx="579444" cy="2237684"/>
            </a:xfrm>
          </p:grpSpPr>
          <p:pic>
            <p:nvPicPr>
              <p:cNvPr id="271" name="Google Shape;271;p82"/>
              <p:cNvPicPr preferRelativeResize="0"/>
              <p:nvPr/>
            </p:nvPicPr>
            <p:blipFill rotWithShape="1">
              <a:blip r:embed="rId3">
                <a:alphaModFix/>
              </a:blip>
              <a:srcRect/>
              <a:stretch/>
            </p:blipFill>
            <p:spPr>
              <a:xfrm rot="5399949">
                <a:off x="-840531" y="164927"/>
                <a:ext cx="1755019" cy="357937"/>
              </a:xfrm>
              <a:prstGeom prst="rect">
                <a:avLst/>
              </a:prstGeom>
              <a:noFill/>
              <a:ln>
                <a:noFill/>
              </a:ln>
            </p:spPr>
          </p:pic>
          <p:pic>
            <p:nvPicPr>
              <p:cNvPr id="272" name="Google Shape;272;p82"/>
              <p:cNvPicPr preferRelativeResize="0"/>
              <p:nvPr/>
            </p:nvPicPr>
            <p:blipFill rotWithShape="1">
              <a:blip r:embed="rId3">
                <a:alphaModFix/>
              </a:blip>
              <a:srcRect/>
              <a:stretch/>
            </p:blipFill>
            <p:spPr>
              <a:xfrm rot="-5400108">
                <a:off x="-619065" y="647584"/>
                <a:ext cx="1755019" cy="357937"/>
              </a:xfrm>
              <a:prstGeom prst="rect">
                <a:avLst/>
              </a:prstGeom>
              <a:noFill/>
              <a:ln>
                <a:noFill/>
              </a:ln>
            </p:spPr>
          </p:pic>
        </p:grpSp>
      </p:grpSp>
      <p:grpSp>
        <p:nvGrpSpPr>
          <p:cNvPr id="273" name="Google Shape;273;p82"/>
          <p:cNvGrpSpPr/>
          <p:nvPr/>
        </p:nvGrpSpPr>
        <p:grpSpPr>
          <a:xfrm>
            <a:off x="-68450" y="0"/>
            <a:ext cx="9020412" cy="4876750"/>
            <a:chOff x="-68450" y="0"/>
            <a:chExt cx="9020412" cy="4876750"/>
          </a:xfrm>
        </p:grpSpPr>
        <p:sp>
          <p:nvSpPr>
            <p:cNvPr id="274" name="Google Shape;274;p82"/>
            <p:cNvSpPr/>
            <p:nvPr/>
          </p:nvSpPr>
          <p:spPr>
            <a:xfrm rot="10800000" flipH="1">
              <a:off x="4000500" y="353400"/>
              <a:ext cx="4951462" cy="1438325"/>
            </a:xfrm>
            <a:custGeom>
              <a:avLst/>
              <a:gdLst/>
              <a:ahLst/>
              <a:cxnLst/>
              <a:rect l="l" t="t" r="r" b="b"/>
              <a:pathLst>
                <a:path w="214558" h="57533" extrusionOk="0">
                  <a:moveTo>
                    <a:pt x="214558" y="0"/>
                  </a:moveTo>
                  <a:lnTo>
                    <a:pt x="192990" y="29881"/>
                  </a:lnTo>
                  <a:lnTo>
                    <a:pt x="192990" y="53696"/>
                  </a:lnTo>
                  <a:lnTo>
                    <a:pt x="172545" y="53696"/>
                  </a:lnTo>
                  <a:lnTo>
                    <a:pt x="170330" y="57533"/>
                  </a:lnTo>
                  <a:lnTo>
                    <a:pt x="143563" y="57533"/>
                  </a:lnTo>
                  <a:lnTo>
                    <a:pt x="140409" y="54379"/>
                  </a:lnTo>
                  <a:lnTo>
                    <a:pt x="99977" y="54379"/>
                  </a:lnTo>
                  <a:lnTo>
                    <a:pt x="0" y="54379"/>
                  </a:lnTo>
                </a:path>
              </a:pathLst>
            </a:custGeom>
            <a:noFill/>
            <a:ln w="9525" cap="flat" cmpd="sng">
              <a:solidFill>
                <a:schemeClr val="dk2"/>
              </a:solidFill>
              <a:prstDash val="solid"/>
              <a:round/>
              <a:headEnd type="none" w="sm" len="sm"/>
              <a:tailEnd type="oval" w="med" len="med"/>
            </a:ln>
          </p:spPr>
        </p:sp>
        <p:sp>
          <p:nvSpPr>
            <p:cNvPr id="275" name="Google Shape;275;p82"/>
            <p:cNvSpPr/>
            <p:nvPr/>
          </p:nvSpPr>
          <p:spPr>
            <a:xfrm rot="10800000" flipH="1">
              <a:off x="4572000" y="0"/>
              <a:ext cx="1984050" cy="544925"/>
            </a:xfrm>
            <a:custGeom>
              <a:avLst/>
              <a:gdLst/>
              <a:ahLst/>
              <a:cxnLst/>
              <a:rect l="l" t="t" r="r" b="b"/>
              <a:pathLst>
                <a:path w="79362" h="21797" extrusionOk="0">
                  <a:moveTo>
                    <a:pt x="0" y="21797"/>
                  </a:moveTo>
                  <a:lnTo>
                    <a:pt x="15952" y="2476"/>
                  </a:lnTo>
                  <a:lnTo>
                    <a:pt x="30106" y="2476"/>
                  </a:lnTo>
                  <a:lnTo>
                    <a:pt x="36284" y="8654"/>
                  </a:lnTo>
                  <a:lnTo>
                    <a:pt x="74366" y="8654"/>
                  </a:lnTo>
                  <a:lnTo>
                    <a:pt x="79362" y="0"/>
                  </a:lnTo>
                </a:path>
              </a:pathLst>
            </a:custGeom>
            <a:noFill/>
            <a:ln w="9525" cap="flat" cmpd="sng">
              <a:solidFill>
                <a:schemeClr val="dk2"/>
              </a:solidFill>
              <a:prstDash val="solid"/>
              <a:round/>
              <a:headEnd type="none" w="sm" len="sm"/>
              <a:tailEnd type="oval" w="med" len="med"/>
            </a:ln>
          </p:spPr>
        </p:sp>
        <p:cxnSp>
          <p:nvCxnSpPr>
            <p:cNvPr id="276" name="Google Shape;276;p82"/>
            <p:cNvCxnSpPr/>
            <p:nvPr/>
          </p:nvCxnSpPr>
          <p:spPr>
            <a:xfrm rot="10800000">
              <a:off x="-68450" y="4876750"/>
              <a:ext cx="1150500" cy="0"/>
            </a:xfrm>
            <a:prstGeom prst="straightConnector1">
              <a:avLst/>
            </a:prstGeom>
            <a:noFill/>
            <a:ln w="9525" cap="flat" cmpd="sng">
              <a:solidFill>
                <a:schemeClr val="accent1"/>
              </a:solidFill>
              <a:prstDash val="solid"/>
              <a:round/>
              <a:headEnd type="oval" w="med" len="med"/>
              <a:tailEnd type="none" w="sm" len="sm"/>
            </a:ln>
          </p:spPr>
        </p:cxn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277"/>
        <p:cNvGrpSpPr/>
        <p:nvPr/>
      </p:nvGrpSpPr>
      <p:grpSpPr>
        <a:xfrm>
          <a:off x="0" y="0"/>
          <a:ext cx="0" cy="0"/>
          <a:chOff x="0" y="0"/>
          <a:chExt cx="0" cy="0"/>
        </a:xfrm>
      </p:grpSpPr>
      <p:sp>
        <p:nvSpPr>
          <p:cNvPr id="278" name="Google Shape;278;p8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279" name="Google Shape;279;p8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80" name="Google Shape;280;p83"/>
          <p:cNvSpPr txBox="1">
            <a:spLocks noGrp="1"/>
          </p:cNvSpPr>
          <p:nvPr>
            <p:ph type="subTitle" idx="1"/>
          </p:nvPr>
        </p:nvSpPr>
        <p:spPr>
          <a:xfrm>
            <a:off x="715087" y="3559688"/>
            <a:ext cx="21048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1" name="Google Shape;281;p83"/>
          <p:cNvSpPr txBox="1">
            <a:spLocks noGrp="1"/>
          </p:cNvSpPr>
          <p:nvPr>
            <p:ph type="subTitle" idx="2"/>
          </p:nvPr>
        </p:nvSpPr>
        <p:spPr>
          <a:xfrm>
            <a:off x="3514687" y="2028188"/>
            <a:ext cx="21048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2" name="Google Shape;282;p83"/>
          <p:cNvSpPr txBox="1">
            <a:spLocks noGrp="1"/>
          </p:cNvSpPr>
          <p:nvPr>
            <p:ph type="subTitle" idx="3"/>
          </p:nvPr>
        </p:nvSpPr>
        <p:spPr>
          <a:xfrm>
            <a:off x="6321062" y="3559688"/>
            <a:ext cx="21048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3" name="Google Shape;283;p83"/>
          <p:cNvSpPr txBox="1">
            <a:spLocks noGrp="1"/>
          </p:cNvSpPr>
          <p:nvPr>
            <p:ph type="subTitle" idx="4"/>
          </p:nvPr>
        </p:nvSpPr>
        <p:spPr>
          <a:xfrm>
            <a:off x="715087" y="3224288"/>
            <a:ext cx="21048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84" name="Google Shape;284;p83"/>
          <p:cNvSpPr txBox="1">
            <a:spLocks noGrp="1"/>
          </p:cNvSpPr>
          <p:nvPr>
            <p:ph type="subTitle" idx="5"/>
          </p:nvPr>
        </p:nvSpPr>
        <p:spPr>
          <a:xfrm>
            <a:off x="3514692" y="1692788"/>
            <a:ext cx="21048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85" name="Google Shape;285;p83"/>
          <p:cNvSpPr txBox="1">
            <a:spLocks noGrp="1"/>
          </p:cNvSpPr>
          <p:nvPr>
            <p:ph type="subTitle" idx="6"/>
          </p:nvPr>
        </p:nvSpPr>
        <p:spPr>
          <a:xfrm>
            <a:off x="6321065" y="3224288"/>
            <a:ext cx="21048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286" name="Google Shape;286;p83"/>
          <p:cNvGrpSpPr/>
          <p:nvPr/>
        </p:nvGrpSpPr>
        <p:grpSpPr>
          <a:xfrm>
            <a:off x="4581826" y="29475"/>
            <a:ext cx="4382624" cy="638225"/>
            <a:chOff x="4581826" y="29475"/>
            <a:chExt cx="4382624" cy="638225"/>
          </a:xfrm>
        </p:grpSpPr>
        <p:pic>
          <p:nvPicPr>
            <p:cNvPr id="287" name="Google Shape;287;p83"/>
            <p:cNvPicPr preferRelativeResize="0"/>
            <p:nvPr/>
          </p:nvPicPr>
          <p:blipFill rotWithShape="1">
            <a:blip r:embed="rId2">
              <a:alphaModFix/>
            </a:blip>
            <a:srcRect l="3250"/>
            <a:stretch/>
          </p:blipFill>
          <p:spPr>
            <a:xfrm flipH="1">
              <a:off x="6999925" y="29475"/>
              <a:ext cx="1964525" cy="638225"/>
            </a:xfrm>
            <a:prstGeom prst="rect">
              <a:avLst/>
            </a:prstGeom>
            <a:noFill/>
            <a:ln>
              <a:noFill/>
            </a:ln>
          </p:spPr>
        </p:pic>
        <p:pic>
          <p:nvPicPr>
            <p:cNvPr id="288" name="Google Shape;288;p83"/>
            <p:cNvPicPr preferRelativeResize="0"/>
            <p:nvPr/>
          </p:nvPicPr>
          <p:blipFill rotWithShape="1">
            <a:blip r:embed="rId3">
              <a:alphaModFix/>
            </a:blip>
            <a:srcRect/>
            <a:stretch/>
          </p:blipFill>
          <p:spPr>
            <a:xfrm>
              <a:off x="4581826" y="36796"/>
              <a:ext cx="2467774" cy="462933"/>
            </a:xfrm>
            <a:prstGeom prst="rect">
              <a:avLst/>
            </a:prstGeom>
            <a:noFill/>
            <a:ln>
              <a:noFill/>
            </a:ln>
          </p:spPr>
        </p:pic>
      </p:grpSp>
      <p:pic>
        <p:nvPicPr>
          <p:cNvPr id="289" name="Google Shape;289;p83"/>
          <p:cNvPicPr preferRelativeResize="0"/>
          <p:nvPr/>
        </p:nvPicPr>
        <p:blipFill rotWithShape="1">
          <a:blip r:embed="rId4">
            <a:alphaModFix/>
          </a:blip>
          <a:srcRect l="3855" b="9990"/>
          <a:stretch/>
        </p:blipFill>
        <p:spPr>
          <a:xfrm flipH="1">
            <a:off x="6859648" y="4274802"/>
            <a:ext cx="2104802" cy="720548"/>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1">
  <p:cSld name="CUSTOM_11">
    <p:spTree>
      <p:nvGrpSpPr>
        <p:cNvPr id="1" name="Shape 290"/>
        <p:cNvGrpSpPr/>
        <p:nvPr/>
      </p:nvGrpSpPr>
      <p:grpSpPr>
        <a:xfrm>
          <a:off x="0" y="0"/>
          <a:ext cx="0" cy="0"/>
          <a:chOff x="0" y="0"/>
          <a:chExt cx="0" cy="0"/>
        </a:xfrm>
      </p:grpSpPr>
      <p:sp>
        <p:nvSpPr>
          <p:cNvPr id="291" name="Google Shape;291;p84"/>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292" name="Google Shape;292;p84"/>
          <p:cNvSpPr txBox="1">
            <a:spLocks noGrp="1"/>
          </p:cNvSpPr>
          <p:nvPr>
            <p:ph type="title"/>
          </p:nvPr>
        </p:nvSpPr>
        <p:spPr>
          <a:xfrm>
            <a:off x="2960400" y="1482025"/>
            <a:ext cx="4256400" cy="1526100"/>
          </a:xfrm>
          <a:prstGeom prst="rect">
            <a:avLst/>
          </a:prstGeom>
          <a:solidFill>
            <a:schemeClr val="lt1"/>
          </a:solidFill>
          <a:ln>
            <a:noFill/>
          </a:ln>
        </p:spPr>
        <p:txBody>
          <a:bodyPr spcFirstLastPara="1" wrap="square" lIns="91425" tIns="91425" rIns="91425" bIns="91425" anchor="b" anchorCtr="0">
            <a:noAutofit/>
          </a:bodyPr>
          <a:lstStyle>
            <a:lvl1pPr lvl="0" algn="l">
              <a:lnSpc>
                <a:spcPct val="9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3" name="Google Shape;293;p84"/>
          <p:cNvSpPr txBox="1">
            <a:spLocks noGrp="1"/>
          </p:cNvSpPr>
          <p:nvPr>
            <p:ph type="title" idx="2"/>
          </p:nvPr>
        </p:nvSpPr>
        <p:spPr>
          <a:xfrm>
            <a:off x="827527" y="1787125"/>
            <a:ext cx="1995000" cy="9159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15000"/>
              </a:lnSpc>
              <a:spcBef>
                <a:spcPts val="0"/>
              </a:spcBef>
              <a:spcAft>
                <a:spcPts val="0"/>
              </a:spcAft>
              <a:buClr>
                <a:schemeClr val="lt1"/>
              </a:buClr>
              <a:buSzPts val="6000"/>
              <a:buNone/>
              <a:defRPr sz="6000">
                <a:solidFill>
                  <a:schemeClr val="accent3"/>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294" name="Google Shape;294;p84"/>
          <p:cNvSpPr txBox="1">
            <a:spLocks noGrp="1"/>
          </p:cNvSpPr>
          <p:nvPr>
            <p:ph type="subTitle" idx="1"/>
          </p:nvPr>
        </p:nvSpPr>
        <p:spPr>
          <a:xfrm>
            <a:off x="5234950" y="3619525"/>
            <a:ext cx="2697600" cy="602100"/>
          </a:xfrm>
          <a:prstGeom prst="rect">
            <a:avLst/>
          </a:prstGeom>
          <a:solidFill>
            <a:schemeClr val="lt1"/>
          </a:solidFill>
          <a:ln>
            <a:noFill/>
          </a:ln>
        </p:spPr>
        <p:txBody>
          <a:bodyPr spcFirstLastPara="1" wrap="square" lIns="91425" tIns="91425" rIns="91425" bIns="91425" anchor="t" anchorCtr="0">
            <a:noAutofit/>
          </a:bodyPr>
          <a:lstStyle>
            <a:lvl1pPr lvl="0" algn="r">
              <a:lnSpc>
                <a:spcPct val="115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295" name="Google Shape;295;p84"/>
          <p:cNvGrpSpPr/>
          <p:nvPr/>
        </p:nvGrpSpPr>
        <p:grpSpPr>
          <a:xfrm>
            <a:off x="0" y="0"/>
            <a:ext cx="9143999" cy="5143500"/>
            <a:chOff x="0" y="0"/>
            <a:chExt cx="9143999" cy="5143500"/>
          </a:xfrm>
        </p:grpSpPr>
        <p:pic>
          <p:nvPicPr>
            <p:cNvPr id="296" name="Google Shape;296;p84"/>
            <p:cNvPicPr preferRelativeResize="0"/>
            <p:nvPr/>
          </p:nvPicPr>
          <p:blipFill rotWithShape="1">
            <a:blip r:embed="rId2">
              <a:alphaModFix/>
            </a:blip>
            <a:srcRect l="50275" b="6716"/>
            <a:stretch/>
          </p:blipFill>
          <p:spPr>
            <a:xfrm>
              <a:off x="0" y="3173625"/>
              <a:ext cx="2087874" cy="1969875"/>
            </a:xfrm>
            <a:prstGeom prst="rect">
              <a:avLst/>
            </a:prstGeom>
            <a:noFill/>
            <a:ln>
              <a:noFill/>
            </a:ln>
          </p:spPr>
        </p:pic>
        <p:pic>
          <p:nvPicPr>
            <p:cNvPr id="297" name="Google Shape;297;p84"/>
            <p:cNvPicPr preferRelativeResize="0"/>
            <p:nvPr/>
          </p:nvPicPr>
          <p:blipFill rotWithShape="1">
            <a:blip r:embed="rId2">
              <a:alphaModFix/>
            </a:blip>
            <a:srcRect l="50275" b="6716"/>
            <a:stretch/>
          </p:blipFill>
          <p:spPr>
            <a:xfrm rot="10800000" flipH="1">
              <a:off x="0" y="0"/>
              <a:ext cx="2087874" cy="1969875"/>
            </a:xfrm>
            <a:prstGeom prst="rect">
              <a:avLst/>
            </a:prstGeom>
            <a:noFill/>
            <a:ln>
              <a:noFill/>
            </a:ln>
          </p:spPr>
        </p:pic>
        <p:grpSp>
          <p:nvGrpSpPr>
            <p:cNvPr id="298" name="Google Shape;298;p84"/>
            <p:cNvGrpSpPr/>
            <p:nvPr/>
          </p:nvGrpSpPr>
          <p:grpSpPr>
            <a:xfrm flipH="1">
              <a:off x="7056125" y="0"/>
              <a:ext cx="2087874" cy="5143500"/>
              <a:chOff x="4640575" y="0"/>
              <a:chExt cx="2087874" cy="5143500"/>
            </a:xfrm>
          </p:grpSpPr>
          <p:pic>
            <p:nvPicPr>
              <p:cNvPr id="299" name="Google Shape;299;p84"/>
              <p:cNvPicPr preferRelativeResize="0"/>
              <p:nvPr/>
            </p:nvPicPr>
            <p:blipFill rotWithShape="1">
              <a:blip r:embed="rId2">
                <a:alphaModFix/>
              </a:blip>
              <a:srcRect l="50275" b="6716"/>
              <a:stretch/>
            </p:blipFill>
            <p:spPr>
              <a:xfrm>
                <a:off x="4640575" y="3173625"/>
                <a:ext cx="2087874" cy="1969875"/>
              </a:xfrm>
              <a:prstGeom prst="rect">
                <a:avLst/>
              </a:prstGeom>
              <a:noFill/>
              <a:ln>
                <a:noFill/>
              </a:ln>
            </p:spPr>
          </p:pic>
          <p:pic>
            <p:nvPicPr>
              <p:cNvPr id="300" name="Google Shape;300;p84"/>
              <p:cNvPicPr preferRelativeResize="0"/>
              <p:nvPr/>
            </p:nvPicPr>
            <p:blipFill rotWithShape="1">
              <a:blip r:embed="rId2">
                <a:alphaModFix/>
              </a:blip>
              <a:srcRect l="50275" b="6716"/>
              <a:stretch/>
            </p:blipFill>
            <p:spPr>
              <a:xfrm rot="10800000" flipH="1">
                <a:off x="4640575" y="0"/>
                <a:ext cx="2087874" cy="1969875"/>
              </a:xfrm>
              <a:prstGeom prst="rect">
                <a:avLst/>
              </a:prstGeom>
              <a:noFill/>
              <a:ln>
                <a:noFill/>
              </a:ln>
            </p:spPr>
          </p:pic>
        </p:grpSp>
      </p:grpSp>
      <p:grpSp>
        <p:nvGrpSpPr>
          <p:cNvPr id="301" name="Google Shape;301;p84"/>
          <p:cNvGrpSpPr/>
          <p:nvPr/>
        </p:nvGrpSpPr>
        <p:grpSpPr>
          <a:xfrm>
            <a:off x="3338114" y="76571"/>
            <a:ext cx="2467774" cy="4990358"/>
            <a:chOff x="3338114" y="76571"/>
            <a:chExt cx="2467774" cy="4990358"/>
          </a:xfrm>
        </p:grpSpPr>
        <p:pic>
          <p:nvPicPr>
            <p:cNvPr id="302" name="Google Shape;302;p84"/>
            <p:cNvPicPr preferRelativeResize="0"/>
            <p:nvPr/>
          </p:nvPicPr>
          <p:blipFill rotWithShape="1">
            <a:blip r:embed="rId3">
              <a:alphaModFix/>
            </a:blip>
            <a:srcRect/>
            <a:stretch/>
          </p:blipFill>
          <p:spPr>
            <a:xfrm>
              <a:off x="3338114" y="76571"/>
              <a:ext cx="2467774" cy="462933"/>
            </a:xfrm>
            <a:prstGeom prst="rect">
              <a:avLst/>
            </a:prstGeom>
            <a:noFill/>
            <a:ln>
              <a:noFill/>
            </a:ln>
          </p:spPr>
        </p:pic>
        <p:pic>
          <p:nvPicPr>
            <p:cNvPr id="303" name="Google Shape;303;p84"/>
            <p:cNvPicPr preferRelativeResize="0"/>
            <p:nvPr/>
          </p:nvPicPr>
          <p:blipFill rotWithShape="1">
            <a:blip r:embed="rId3">
              <a:alphaModFix/>
            </a:blip>
            <a:srcRect/>
            <a:stretch/>
          </p:blipFill>
          <p:spPr>
            <a:xfrm rot="10800000" flipH="1">
              <a:off x="3338114" y="4603996"/>
              <a:ext cx="2467774" cy="462933"/>
            </a:xfrm>
            <a:prstGeom prst="rect">
              <a:avLst/>
            </a:prstGeom>
            <a:noFill/>
            <a:ln>
              <a:noFill/>
            </a:ln>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ive columns">
  <p:cSld name="CUSTOM_12">
    <p:spTree>
      <p:nvGrpSpPr>
        <p:cNvPr id="1" name="Shape 304"/>
        <p:cNvGrpSpPr/>
        <p:nvPr/>
      </p:nvGrpSpPr>
      <p:grpSpPr>
        <a:xfrm>
          <a:off x="0" y="0"/>
          <a:ext cx="0" cy="0"/>
          <a:chOff x="0" y="0"/>
          <a:chExt cx="0" cy="0"/>
        </a:xfrm>
      </p:grpSpPr>
      <p:sp>
        <p:nvSpPr>
          <p:cNvPr id="305" name="Google Shape;305;p85"/>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306" name="Google Shape;306;p8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07" name="Google Shape;307;p85"/>
          <p:cNvSpPr txBox="1">
            <a:spLocks noGrp="1"/>
          </p:cNvSpPr>
          <p:nvPr>
            <p:ph type="subTitle" idx="1"/>
          </p:nvPr>
        </p:nvSpPr>
        <p:spPr>
          <a:xfrm>
            <a:off x="727625" y="2095550"/>
            <a:ext cx="2147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8" name="Google Shape;308;p85"/>
          <p:cNvSpPr txBox="1">
            <a:spLocks noGrp="1"/>
          </p:cNvSpPr>
          <p:nvPr>
            <p:ph type="subTitle" idx="2"/>
          </p:nvPr>
        </p:nvSpPr>
        <p:spPr>
          <a:xfrm>
            <a:off x="3511913" y="2095550"/>
            <a:ext cx="2147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9" name="Google Shape;309;p85"/>
          <p:cNvSpPr txBox="1">
            <a:spLocks noGrp="1"/>
          </p:cNvSpPr>
          <p:nvPr>
            <p:ph type="subTitle" idx="3"/>
          </p:nvPr>
        </p:nvSpPr>
        <p:spPr>
          <a:xfrm>
            <a:off x="6283879" y="2095550"/>
            <a:ext cx="2147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0" name="Google Shape;310;p85"/>
          <p:cNvSpPr txBox="1">
            <a:spLocks noGrp="1"/>
          </p:cNvSpPr>
          <p:nvPr>
            <p:ph type="subTitle" idx="4"/>
          </p:nvPr>
        </p:nvSpPr>
        <p:spPr>
          <a:xfrm>
            <a:off x="727620" y="1760150"/>
            <a:ext cx="21477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311" name="Google Shape;311;p85"/>
          <p:cNvSpPr txBox="1">
            <a:spLocks noGrp="1"/>
          </p:cNvSpPr>
          <p:nvPr>
            <p:ph type="subTitle" idx="5"/>
          </p:nvPr>
        </p:nvSpPr>
        <p:spPr>
          <a:xfrm>
            <a:off x="3511917" y="1760150"/>
            <a:ext cx="21477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312" name="Google Shape;312;p85"/>
          <p:cNvSpPr txBox="1">
            <a:spLocks noGrp="1"/>
          </p:cNvSpPr>
          <p:nvPr>
            <p:ph type="subTitle" idx="6"/>
          </p:nvPr>
        </p:nvSpPr>
        <p:spPr>
          <a:xfrm>
            <a:off x="6283888" y="1760150"/>
            <a:ext cx="21477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313" name="Google Shape;313;p85"/>
          <p:cNvSpPr txBox="1">
            <a:spLocks noGrp="1"/>
          </p:cNvSpPr>
          <p:nvPr>
            <p:ph type="subTitle" idx="7"/>
          </p:nvPr>
        </p:nvSpPr>
        <p:spPr>
          <a:xfrm>
            <a:off x="2069380" y="3719125"/>
            <a:ext cx="21489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4" name="Google Shape;314;p85"/>
          <p:cNvSpPr txBox="1">
            <a:spLocks noGrp="1"/>
          </p:cNvSpPr>
          <p:nvPr>
            <p:ph type="subTitle" idx="8"/>
          </p:nvPr>
        </p:nvSpPr>
        <p:spPr>
          <a:xfrm>
            <a:off x="4938030" y="3719125"/>
            <a:ext cx="21489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5" name="Google Shape;315;p85"/>
          <p:cNvSpPr txBox="1">
            <a:spLocks noGrp="1"/>
          </p:cNvSpPr>
          <p:nvPr>
            <p:ph type="subTitle" idx="9"/>
          </p:nvPr>
        </p:nvSpPr>
        <p:spPr>
          <a:xfrm>
            <a:off x="2069380" y="3383725"/>
            <a:ext cx="21489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316" name="Google Shape;316;p85"/>
          <p:cNvSpPr txBox="1">
            <a:spLocks noGrp="1"/>
          </p:cNvSpPr>
          <p:nvPr>
            <p:ph type="subTitle" idx="13"/>
          </p:nvPr>
        </p:nvSpPr>
        <p:spPr>
          <a:xfrm>
            <a:off x="4938032" y="3383725"/>
            <a:ext cx="2148900" cy="411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317" name="Google Shape;317;p85"/>
          <p:cNvGrpSpPr/>
          <p:nvPr/>
        </p:nvGrpSpPr>
        <p:grpSpPr>
          <a:xfrm>
            <a:off x="-945478" y="-676542"/>
            <a:ext cx="10559456" cy="6388149"/>
            <a:chOff x="-945478" y="-676542"/>
            <a:chExt cx="10559456" cy="6388149"/>
          </a:xfrm>
        </p:grpSpPr>
        <p:pic>
          <p:nvPicPr>
            <p:cNvPr id="318" name="Google Shape;318;p85"/>
            <p:cNvPicPr preferRelativeResize="0"/>
            <p:nvPr/>
          </p:nvPicPr>
          <p:blipFill rotWithShape="1">
            <a:blip r:embed="rId2">
              <a:alphaModFix/>
            </a:blip>
            <a:srcRect/>
            <a:stretch/>
          </p:blipFill>
          <p:spPr>
            <a:xfrm rot="8100000">
              <a:off x="-493664" y="3204975"/>
              <a:ext cx="2002322" cy="2107313"/>
            </a:xfrm>
            <a:prstGeom prst="rect">
              <a:avLst/>
            </a:prstGeom>
            <a:noFill/>
            <a:ln>
              <a:noFill/>
            </a:ln>
          </p:spPr>
        </p:pic>
        <p:pic>
          <p:nvPicPr>
            <p:cNvPr id="319" name="Google Shape;319;p85"/>
            <p:cNvPicPr preferRelativeResize="0"/>
            <p:nvPr/>
          </p:nvPicPr>
          <p:blipFill rotWithShape="1">
            <a:blip r:embed="rId2">
              <a:alphaModFix/>
            </a:blip>
            <a:srcRect/>
            <a:stretch/>
          </p:blipFill>
          <p:spPr>
            <a:xfrm rot="-5400000">
              <a:off x="7559161" y="-729037"/>
              <a:ext cx="2002322" cy="2107312"/>
            </a:xfrm>
            <a:prstGeom prst="rect">
              <a:avLst/>
            </a:prstGeom>
            <a:noFill/>
            <a:ln>
              <a:noFill/>
            </a:ln>
          </p:spPr>
        </p:pic>
      </p:grpSp>
      <p:pic>
        <p:nvPicPr>
          <p:cNvPr id="320" name="Google Shape;320;p85"/>
          <p:cNvPicPr preferRelativeResize="0"/>
          <p:nvPr/>
        </p:nvPicPr>
        <p:blipFill rotWithShape="1">
          <a:blip r:embed="rId3">
            <a:alphaModFix/>
          </a:blip>
          <a:srcRect/>
          <a:stretch/>
        </p:blipFill>
        <p:spPr>
          <a:xfrm rot="-5400000">
            <a:off x="8466874" y="418021"/>
            <a:ext cx="456876" cy="242950"/>
          </a:xfrm>
          <a:prstGeom prst="rect">
            <a:avLst/>
          </a:prstGeom>
          <a:noFill/>
          <a:ln>
            <a:noFill/>
          </a:ln>
        </p:spPr>
      </p:pic>
      <p:pic>
        <p:nvPicPr>
          <p:cNvPr id="321" name="Google Shape;321;p85"/>
          <p:cNvPicPr preferRelativeResize="0"/>
          <p:nvPr/>
        </p:nvPicPr>
        <p:blipFill rotWithShape="1">
          <a:blip r:embed="rId4">
            <a:alphaModFix/>
          </a:blip>
          <a:srcRect l="12921"/>
          <a:stretch/>
        </p:blipFill>
        <p:spPr>
          <a:xfrm>
            <a:off x="179526" y="4512550"/>
            <a:ext cx="2148901" cy="572925"/>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6">
  <p:cSld name="CUSTOM_10_1_1_1_1_1">
    <p:spTree>
      <p:nvGrpSpPr>
        <p:cNvPr id="1" name="Shape 322"/>
        <p:cNvGrpSpPr/>
        <p:nvPr/>
      </p:nvGrpSpPr>
      <p:grpSpPr>
        <a:xfrm>
          <a:off x="0" y="0"/>
          <a:ext cx="0" cy="0"/>
          <a:chOff x="0" y="0"/>
          <a:chExt cx="0" cy="0"/>
        </a:xfrm>
      </p:grpSpPr>
      <p:sp>
        <p:nvSpPr>
          <p:cNvPr id="323" name="Google Shape;323;p86"/>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324" name="Google Shape;324;p8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grpSp>
        <p:nvGrpSpPr>
          <p:cNvPr id="325" name="Google Shape;325;p86"/>
          <p:cNvGrpSpPr/>
          <p:nvPr/>
        </p:nvGrpSpPr>
        <p:grpSpPr>
          <a:xfrm>
            <a:off x="7570826" y="2571749"/>
            <a:ext cx="1421424" cy="2420014"/>
            <a:chOff x="7570826" y="2571749"/>
            <a:chExt cx="1421424" cy="2420014"/>
          </a:xfrm>
        </p:grpSpPr>
        <p:pic>
          <p:nvPicPr>
            <p:cNvPr id="326" name="Google Shape;326;p86"/>
            <p:cNvPicPr preferRelativeResize="0"/>
            <p:nvPr/>
          </p:nvPicPr>
          <p:blipFill rotWithShape="1">
            <a:blip r:embed="rId2">
              <a:alphaModFix/>
            </a:blip>
            <a:srcRect/>
            <a:stretch/>
          </p:blipFill>
          <p:spPr>
            <a:xfrm rot="-5400000">
              <a:off x="7602537" y="3437762"/>
              <a:ext cx="2255726" cy="523700"/>
            </a:xfrm>
            <a:prstGeom prst="rect">
              <a:avLst/>
            </a:prstGeom>
            <a:noFill/>
            <a:ln>
              <a:noFill/>
            </a:ln>
          </p:spPr>
        </p:pic>
        <p:pic>
          <p:nvPicPr>
            <p:cNvPr id="327" name="Google Shape;327;p86"/>
            <p:cNvPicPr preferRelativeResize="0"/>
            <p:nvPr/>
          </p:nvPicPr>
          <p:blipFill rotWithShape="1">
            <a:blip r:embed="rId3">
              <a:alphaModFix/>
            </a:blip>
            <a:srcRect/>
            <a:stretch/>
          </p:blipFill>
          <p:spPr>
            <a:xfrm rot="-5400000">
              <a:off x="7283287" y="3316100"/>
              <a:ext cx="1963202" cy="1388124"/>
            </a:xfrm>
            <a:prstGeom prst="rect">
              <a:avLst/>
            </a:prstGeom>
            <a:noFill/>
            <a:ln>
              <a:noFill/>
            </a:ln>
          </p:spPr>
        </p:pic>
      </p:grpSp>
      <p:pic>
        <p:nvPicPr>
          <p:cNvPr id="328" name="Google Shape;328;p86"/>
          <p:cNvPicPr preferRelativeResize="0"/>
          <p:nvPr/>
        </p:nvPicPr>
        <p:blipFill rotWithShape="1">
          <a:blip r:embed="rId4">
            <a:alphaModFix/>
          </a:blip>
          <a:srcRect r="40712"/>
          <a:stretch/>
        </p:blipFill>
        <p:spPr>
          <a:xfrm rot="10800000">
            <a:off x="184152" y="156700"/>
            <a:ext cx="1463098" cy="462925"/>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29"/>
        <p:cNvGrpSpPr/>
        <p:nvPr/>
      </p:nvGrpSpPr>
      <p:grpSpPr>
        <a:xfrm>
          <a:off x="0" y="0"/>
          <a:ext cx="0" cy="0"/>
          <a:chOff x="0" y="0"/>
          <a:chExt cx="0" cy="0"/>
        </a:xfrm>
      </p:grpSpPr>
      <p:sp>
        <p:nvSpPr>
          <p:cNvPr id="330" name="Google Shape;330;p87"/>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331" name="Google Shape;331;p87"/>
          <p:cNvSpPr txBox="1">
            <a:spLocks noGrp="1"/>
          </p:cNvSpPr>
          <p:nvPr>
            <p:ph type="title"/>
          </p:nvPr>
        </p:nvSpPr>
        <p:spPr>
          <a:xfrm>
            <a:off x="859125" y="1292000"/>
            <a:ext cx="3000600" cy="9873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2" name="Google Shape;332;p87"/>
          <p:cNvSpPr txBox="1">
            <a:spLocks noGrp="1"/>
          </p:cNvSpPr>
          <p:nvPr>
            <p:ph type="subTitle" idx="1"/>
          </p:nvPr>
        </p:nvSpPr>
        <p:spPr>
          <a:xfrm>
            <a:off x="859100" y="2279275"/>
            <a:ext cx="3000600" cy="1167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333" name="Google Shape;333;p87"/>
          <p:cNvGrpSpPr/>
          <p:nvPr/>
        </p:nvGrpSpPr>
        <p:grpSpPr>
          <a:xfrm>
            <a:off x="-152400" y="147737"/>
            <a:ext cx="1816701" cy="4043264"/>
            <a:chOff x="-152400" y="147736"/>
            <a:chExt cx="1816701" cy="4043264"/>
          </a:xfrm>
        </p:grpSpPr>
        <p:pic>
          <p:nvPicPr>
            <p:cNvPr id="334" name="Google Shape;334;p87"/>
            <p:cNvPicPr preferRelativeResize="0"/>
            <p:nvPr/>
          </p:nvPicPr>
          <p:blipFill rotWithShape="1">
            <a:blip r:embed="rId2">
              <a:alphaModFix/>
            </a:blip>
            <a:srcRect/>
            <a:stretch/>
          </p:blipFill>
          <p:spPr>
            <a:xfrm rot="5400000">
              <a:off x="-11363" y="435275"/>
              <a:ext cx="1963202" cy="1388125"/>
            </a:xfrm>
            <a:prstGeom prst="rect">
              <a:avLst/>
            </a:prstGeom>
            <a:noFill/>
            <a:ln>
              <a:noFill/>
            </a:ln>
          </p:spPr>
        </p:pic>
        <p:sp>
          <p:nvSpPr>
            <p:cNvPr id="335" name="Google Shape;335;p87"/>
            <p:cNvSpPr/>
            <p:nvPr/>
          </p:nvSpPr>
          <p:spPr>
            <a:xfrm>
              <a:off x="-152400" y="624850"/>
              <a:ext cx="592450" cy="3566150"/>
            </a:xfrm>
            <a:custGeom>
              <a:avLst/>
              <a:gdLst/>
              <a:ahLst/>
              <a:cxnLst/>
              <a:rect l="l" t="t" r="r" b="b"/>
              <a:pathLst>
                <a:path w="23698" h="142646" extrusionOk="0">
                  <a:moveTo>
                    <a:pt x="0" y="0"/>
                  </a:moveTo>
                  <a:lnTo>
                    <a:pt x="20422" y="19202"/>
                  </a:lnTo>
                  <a:lnTo>
                    <a:pt x="20422" y="29260"/>
                  </a:lnTo>
                  <a:lnTo>
                    <a:pt x="15392" y="34289"/>
                  </a:lnTo>
                  <a:lnTo>
                    <a:pt x="15392" y="74066"/>
                  </a:lnTo>
                  <a:lnTo>
                    <a:pt x="23698" y="82372"/>
                  </a:lnTo>
                  <a:lnTo>
                    <a:pt x="23698" y="142646"/>
                  </a:lnTo>
                </a:path>
              </a:pathLst>
            </a:custGeom>
            <a:noFill/>
            <a:ln w="9525" cap="flat" cmpd="sng">
              <a:solidFill>
                <a:schemeClr val="dk2"/>
              </a:solidFill>
              <a:prstDash val="solid"/>
              <a:round/>
              <a:headEnd type="none" w="sm" len="sm"/>
              <a:tailEnd type="oval" w="med" len="med"/>
            </a:ln>
          </p:spPr>
        </p:sp>
      </p:grpSp>
      <p:pic>
        <p:nvPicPr>
          <p:cNvPr id="336" name="Google Shape;336;p87"/>
          <p:cNvPicPr preferRelativeResize="0"/>
          <p:nvPr/>
        </p:nvPicPr>
        <p:blipFill rotWithShape="1">
          <a:blip r:embed="rId3">
            <a:alphaModFix/>
          </a:blip>
          <a:srcRect/>
          <a:stretch/>
        </p:blipFill>
        <p:spPr>
          <a:xfrm rot="3599996">
            <a:off x="7091874" y="3272324"/>
            <a:ext cx="2124548" cy="2235932"/>
          </a:xfrm>
          <a:prstGeom prst="rect">
            <a:avLst/>
          </a:prstGeom>
          <a:noFill/>
          <a:ln>
            <a:noFill/>
          </a:ln>
        </p:spPr>
      </p:pic>
      <p:sp>
        <p:nvSpPr>
          <p:cNvPr id="337" name="Google Shape;337;p87"/>
          <p:cNvSpPr txBox="1"/>
          <p:nvPr/>
        </p:nvSpPr>
        <p:spPr>
          <a:xfrm>
            <a:off x="4438375" y="2254650"/>
            <a:ext cx="3992400" cy="556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300"/>
              </a:spcBef>
              <a:spcAft>
                <a:spcPts val="0"/>
              </a:spcAft>
              <a:buClr>
                <a:srgbClr val="000000"/>
              </a:buClr>
              <a:buSzPts val="1000"/>
              <a:buFont typeface="Arial"/>
              <a:buNone/>
            </a:pPr>
            <a:r>
              <a:rPr lang="de" sz="1000" b="1" i="0" u="none" strike="noStrike" cap="none">
                <a:solidFill>
                  <a:schemeClr val="dk1"/>
                </a:solidFill>
                <a:latin typeface="Archivo"/>
                <a:ea typeface="Archivo"/>
                <a:cs typeface="Archivo"/>
                <a:sym typeface="Archivo"/>
              </a:rPr>
              <a:t>CREDITS</a:t>
            </a:r>
            <a:r>
              <a:rPr lang="de" sz="1000" b="0" i="0" u="none" strike="noStrike" cap="none">
                <a:solidFill>
                  <a:schemeClr val="dk1"/>
                </a:solidFill>
                <a:latin typeface="Archivo"/>
                <a:ea typeface="Archivo"/>
                <a:cs typeface="Archivo"/>
                <a:sym typeface="Archivo"/>
              </a:rPr>
              <a:t>: Diese Präsentationsvorlage wurde von </a:t>
            </a:r>
            <a:r>
              <a:rPr lang="de" sz="1000" b="1" i="0" u="none" strike="noStrike" cap="none">
                <a:solidFill>
                  <a:schemeClr val="dk1"/>
                </a:solidFill>
                <a:uFill>
                  <a:noFill/>
                </a:uFill>
                <a:latin typeface="Archivo"/>
                <a:ea typeface="Archivo"/>
                <a:cs typeface="Archivo"/>
                <a:sym typeface="Archivo"/>
                <a:hlinkClick r:id="rId4">
                  <a:extLst>
                    <a:ext uri="{A12FA001-AC4F-418D-AE19-62706E023703}">
                      <ahyp:hlinkClr xmlns:ahyp="http://schemas.microsoft.com/office/drawing/2018/hyperlinkcolor" val="tx"/>
                    </a:ext>
                  </a:extLst>
                </a:hlinkClick>
              </a:rPr>
              <a:t>Slidesgo</a:t>
            </a:r>
            <a:r>
              <a:rPr lang="de" sz="1000" b="0" i="0" u="none" strike="noStrike" cap="none">
                <a:solidFill>
                  <a:schemeClr val="dk1"/>
                </a:solidFill>
                <a:uFill>
                  <a:noFill/>
                </a:uFill>
                <a:latin typeface="Archivo"/>
                <a:ea typeface="Archivo"/>
                <a:cs typeface="Archivo"/>
                <a:sym typeface="Archivo"/>
                <a:hlinkClick r:id="rId4">
                  <a:extLst>
                    <a:ext uri="{A12FA001-AC4F-418D-AE19-62706E023703}">
                      <ahyp:hlinkClr xmlns:ahyp="http://schemas.microsoft.com/office/drawing/2018/hyperlinkcolor" val="tx"/>
                    </a:ext>
                  </a:extLst>
                </a:hlinkClick>
              </a:rPr>
              <a:t> </a:t>
            </a:r>
            <a:r>
              <a:rPr lang="de" sz="1000" b="0" i="0" u="none" strike="noStrike" cap="none">
                <a:solidFill>
                  <a:schemeClr val="dk1"/>
                </a:solidFill>
                <a:latin typeface="Archivo"/>
                <a:ea typeface="Archivo"/>
                <a:cs typeface="Archivo"/>
                <a:sym typeface="Archivo"/>
              </a:rPr>
              <a:t>erstellt, inklusive Icons von </a:t>
            </a:r>
            <a:r>
              <a:rPr lang="de" sz="1000" b="1" i="0" u="none" strike="noStrike" cap="none">
                <a:solidFill>
                  <a:schemeClr val="dk1"/>
                </a:solidFill>
                <a:uFill>
                  <a:noFill/>
                </a:uFill>
                <a:latin typeface="Archivo"/>
                <a:ea typeface="Archivo"/>
                <a:cs typeface="Archivo"/>
                <a:sym typeface="Archivo"/>
                <a:hlinkClick r:id="rId5">
                  <a:extLst>
                    <a:ext uri="{A12FA001-AC4F-418D-AE19-62706E023703}">
                      <ahyp:hlinkClr xmlns:ahyp="http://schemas.microsoft.com/office/drawing/2018/hyperlinkcolor" val="tx"/>
                    </a:ext>
                  </a:extLst>
                </a:hlinkClick>
              </a:rPr>
              <a:t>Flaticon</a:t>
            </a:r>
            <a:r>
              <a:rPr lang="de" sz="1000" b="1" i="0" u="none" strike="noStrike" cap="none">
                <a:solidFill>
                  <a:schemeClr val="dk1"/>
                </a:solidFill>
                <a:latin typeface="Archivo"/>
                <a:ea typeface="Archivo"/>
                <a:cs typeface="Archivo"/>
                <a:sym typeface="Archivo"/>
              </a:rPr>
              <a:t> </a:t>
            </a:r>
            <a:r>
              <a:rPr lang="de" sz="1000" b="0" i="0" u="none" strike="noStrike" cap="none">
                <a:solidFill>
                  <a:schemeClr val="dk1"/>
                </a:solidFill>
                <a:latin typeface="Archivo"/>
                <a:ea typeface="Archivo"/>
                <a:cs typeface="Archivo"/>
                <a:sym typeface="Archivo"/>
              </a:rPr>
              <a:t>und Infografiken &amp; Bildern von </a:t>
            </a:r>
            <a:r>
              <a:rPr lang="de" sz="1000" b="1" i="0" u="none" strike="noStrike" cap="none">
                <a:solidFill>
                  <a:schemeClr val="dk1"/>
                </a:solidFill>
                <a:uFill>
                  <a:noFill/>
                </a:uFill>
                <a:latin typeface="Archivo"/>
                <a:ea typeface="Archivo"/>
                <a:cs typeface="Archivo"/>
                <a:sym typeface="Archivo"/>
                <a:hlinkClick r:id="rId6">
                  <a:extLst>
                    <a:ext uri="{A12FA001-AC4F-418D-AE19-62706E023703}">
                      <ahyp:hlinkClr xmlns:ahyp="http://schemas.microsoft.com/office/drawing/2018/hyperlinkcolor" val="tx"/>
                    </a:ext>
                  </a:extLst>
                </a:hlinkClick>
              </a:rPr>
              <a:t>Freepik </a:t>
            </a:r>
            <a:endParaRPr sz="1000" b="1" i="0" u="sng" strike="noStrike" cap="none">
              <a:solidFill>
                <a:schemeClr val="dk1"/>
              </a:solidFill>
              <a:latin typeface="Archivo"/>
              <a:ea typeface="Archivo"/>
              <a:cs typeface="Archivo"/>
              <a:sym typeface="Archivo"/>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ext 3">
  <p:cSld name="CUSTOM_4_1">
    <p:spTree>
      <p:nvGrpSpPr>
        <p:cNvPr id="1" name="Shape 338"/>
        <p:cNvGrpSpPr/>
        <p:nvPr/>
      </p:nvGrpSpPr>
      <p:grpSpPr>
        <a:xfrm>
          <a:off x="0" y="0"/>
          <a:ext cx="0" cy="0"/>
          <a:chOff x="0" y="0"/>
          <a:chExt cx="0" cy="0"/>
        </a:xfrm>
      </p:grpSpPr>
      <p:sp>
        <p:nvSpPr>
          <p:cNvPr id="339" name="Google Shape;339;p88"/>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340" name="Google Shape;340;p8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41" name="Google Shape;341;p88"/>
          <p:cNvSpPr txBox="1">
            <a:spLocks noGrp="1"/>
          </p:cNvSpPr>
          <p:nvPr>
            <p:ph type="body" idx="1"/>
          </p:nvPr>
        </p:nvSpPr>
        <p:spPr>
          <a:xfrm>
            <a:off x="720000" y="1063350"/>
            <a:ext cx="7704000" cy="11178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Font typeface="Nunito Light"/>
              <a:buChar char="●"/>
              <a:defRPr sz="1200"/>
            </a:lvl1pPr>
            <a:lvl2pPr marL="914400" lvl="1" indent="-317500" algn="l">
              <a:lnSpc>
                <a:spcPct val="100000"/>
              </a:lnSpc>
              <a:spcBef>
                <a:spcPts val="0"/>
              </a:spcBef>
              <a:spcAft>
                <a:spcPts val="0"/>
              </a:spcAft>
              <a:buSzPts val="1400"/>
              <a:buFont typeface="Nunito Light"/>
              <a:buChar char="○"/>
              <a:defRPr/>
            </a:lvl2pPr>
            <a:lvl3pPr marL="1371600" lvl="2" indent="-317500" algn="l">
              <a:lnSpc>
                <a:spcPct val="100000"/>
              </a:lnSpc>
              <a:spcBef>
                <a:spcPts val="0"/>
              </a:spcBef>
              <a:spcAft>
                <a:spcPts val="0"/>
              </a:spcAft>
              <a:buSzPts val="1400"/>
              <a:buFont typeface="Nunito Light"/>
              <a:buChar char="■"/>
              <a:defRPr/>
            </a:lvl3pPr>
            <a:lvl4pPr marL="1828800" lvl="3" indent="-317500" algn="l">
              <a:lnSpc>
                <a:spcPct val="100000"/>
              </a:lnSpc>
              <a:spcBef>
                <a:spcPts val="0"/>
              </a:spcBef>
              <a:spcAft>
                <a:spcPts val="0"/>
              </a:spcAft>
              <a:buSzPts val="1400"/>
              <a:buFont typeface="Nunito Light"/>
              <a:buChar char="●"/>
              <a:defRPr/>
            </a:lvl4pPr>
            <a:lvl5pPr marL="2286000" lvl="4" indent="-317500" algn="l">
              <a:lnSpc>
                <a:spcPct val="100000"/>
              </a:lnSpc>
              <a:spcBef>
                <a:spcPts val="0"/>
              </a:spcBef>
              <a:spcAft>
                <a:spcPts val="0"/>
              </a:spcAft>
              <a:buSzPts val="1400"/>
              <a:buFont typeface="Nunito Light"/>
              <a:buChar char="○"/>
              <a:defRPr/>
            </a:lvl5pPr>
            <a:lvl6pPr marL="2743200" lvl="5" indent="-317500" algn="l">
              <a:lnSpc>
                <a:spcPct val="100000"/>
              </a:lnSpc>
              <a:spcBef>
                <a:spcPts val="0"/>
              </a:spcBef>
              <a:spcAft>
                <a:spcPts val="0"/>
              </a:spcAft>
              <a:buSzPts val="1400"/>
              <a:buFont typeface="Nunito Light"/>
              <a:buChar char="■"/>
              <a:defRPr/>
            </a:lvl6pPr>
            <a:lvl7pPr marL="3200400" lvl="6" indent="-317500" algn="l">
              <a:lnSpc>
                <a:spcPct val="100000"/>
              </a:lnSpc>
              <a:spcBef>
                <a:spcPts val="0"/>
              </a:spcBef>
              <a:spcAft>
                <a:spcPts val="0"/>
              </a:spcAft>
              <a:buSzPts val="1400"/>
              <a:buFont typeface="Nunito Light"/>
              <a:buChar char="●"/>
              <a:defRPr/>
            </a:lvl7pPr>
            <a:lvl8pPr marL="3657600" lvl="7" indent="-317500" algn="l">
              <a:lnSpc>
                <a:spcPct val="100000"/>
              </a:lnSpc>
              <a:spcBef>
                <a:spcPts val="0"/>
              </a:spcBef>
              <a:spcAft>
                <a:spcPts val="0"/>
              </a:spcAft>
              <a:buSzPts val="1400"/>
              <a:buFont typeface="Nunito Light"/>
              <a:buChar char="○"/>
              <a:defRPr/>
            </a:lvl8pPr>
            <a:lvl9pPr marL="4114800" lvl="8" indent="-317500" algn="l">
              <a:lnSpc>
                <a:spcPct val="100000"/>
              </a:lnSpc>
              <a:spcBef>
                <a:spcPts val="0"/>
              </a:spcBef>
              <a:spcAft>
                <a:spcPts val="0"/>
              </a:spcAft>
              <a:buSzPts val="1400"/>
              <a:buFont typeface="Nunito Light"/>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ext 4">
  <p:cSld name="CUSTOM_4_1_1">
    <p:spTree>
      <p:nvGrpSpPr>
        <p:cNvPr id="1" name="Shape 342"/>
        <p:cNvGrpSpPr/>
        <p:nvPr/>
      </p:nvGrpSpPr>
      <p:grpSpPr>
        <a:xfrm>
          <a:off x="0" y="0"/>
          <a:ext cx="0" cy="0"/>
          <a:chOff x="0" y="0"/>
          <a:chExt cx="0" cy="0"/>
        </a:xfrm>
      </p:grpSpPr>
      <p:sp>
        <p:nvSpPr>
          <p:cNvPr id="343" name="Google Shape;343;p89"/>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
        <p:nvSpPr>
          <p:cNvPr id="344" name="Google Shape;344;p8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45" name="Google Shape;345;p89"/>
          <p:cNvSpPr txBox="1">
            <a:spLocks noGrp="1"/>
          </p:cNvSpPr>
          <p:nvPr>
            <p:ph type="body" idx="1"/>
          </p:nvPr>
        </p:nvSpPr>
        <p:spPr>
          <a:xfrm>
            <a:off x="720000" y="1063350"/>
            <a:ext cx="7704000" cy="35406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Font typeface="Nunito Light"/>
              <a:buChar char="●"/>
              <a:defRPr sz="1200"/>
            </a:lvl1pPr>
            <a:lvl2pPr marL="914400" lvl="1" indent="-317500" algn="l">
              <a:lnSpc>
                <a:spcPct val="100000"/>
              </a:lnSpc>
              <a:spcBef>
                <a:spcPts val="0"/>
              </a:spcBef>
              <a:spcAft>
                <a:spcPts val="0"/>
              </a:spcAft>
              <a:buSzPts val="1400"/>
              <a:buFont typeface="Nunito Light"/>
              <a:buChar char="○"/>
              <a:defRPr/>
            </a:lvl2pPr>
            <a:lvl3pPr marL="1371600" lvl="2" indent="-317500" algn="l">
              <a:lnSpc>
                <a:spcPct val="100000"/>
              </a:lnSpc>
              <a:spcBef>
                <a:spcPts val="0"/>
              </a:spcBef>
              <a:spcAft>
                <a:spcPts val="0"/>
              </a:spcAft>
              <a:buSzPts val="1400"/>
              <a:buFont typeface="Nunito Light"/>
              <a:buChar char="■"/>
              <a:defRPr/>
            </a:lvl3pPr>
            <a:lvl4pPr marL="1828800" lvl="3" indent="-317500" algn="l">
              <a:lnSpc>
                <a:spcPct val="100000"/>
              </a:lnSpc>
              <a:spcBef>
                <a:spcPts val="0"/>
              </a:spcBef>
              <a:spcAft>
                <a:spcPts val="0"/>
              </a:spcAft>
              <a:buSzPts val="1400"/>
              <a:buFont typeface="Nunito Light"/>
              <a:buChar char="●"/>
              <a:defRPr/>
            </a:lvl4pPr>
            <a:lvl5pPr marL="2286000" lvl="4" indent="-317500" algn="l">
              <a:lnSpc>
                <a:spcPct val="100000"/>
              </a:lnSpc>
              <a:spcBef>
                <a:spcPts val="0"/>
              </a:spcBef>
              <a:spcAft>
                <a:spcPts val="0"/>
              </a:spcAft>
              <a:buSzPts val="1400"/>
              <a:buFont typeface="Nunito Light"/>
              <a:buChar char="○"/>
              <a:defRPr/>
            </a:lvl5pPr>
            <a:lvl6pPr marL="2743200" lvl="5" indent="-317500" algn="l">
              <a:lnSpc>
                <a:spcPct val="100000"/>
              </a:lnSpc>
              <a:spcBef>
                <a:spcPts val="0"/>
              </a:spcBef>
              <a:spcAft>
                <a:spcPts val="0"/>
              </a:spcAft>
              <a:buSzPts val="1400"/>
              <a:buFont typeface="Nunito Light"/>
              <a:buChar char="■"/>
              <a:defRPr/>
            </a:lvl6pPr>
            <a:lvl7pPr marL="3200400" lvl="6" indent="-317500" algn="l">
              <a:lnSpc>
                <a:spcPct val="100000"/>
              </a:lnSpc>
              <a:spcBef>
                <a:spcPts val="0"/>
              </a:spcBef>
              <a:spcAft>
                <a:spcPts val="0"/>
              </a:spcAft>
              <a:buSzPts val="1400"/>
              <a:buFont typeface="Nunito Light"/>
              <a:buChar char="●"/>
              <a:defRPr/>
            </a:lvl7pPr>
            <a:lvl8pPr marL="3657600" lvl="7" indent="-317500" algn="l">
              <a:lnSpc>
                <a:spcPct val="100000"/>
              </a:lnSpc>
              <a:spcBef>
                <a:spcPts val="0"/>
              </a:spcBef>
              <a:spcAft>
                <a:spcPts val="0"/>
              </a:spcAft>
              <a:buSzPts val="1400"/>
              <a:buFont typeface="Nunito Light"/>
              <a:buChar char="○"/>
              <a:defRPr/>
            </a:lvl8pPr>
            <a:lvl9pPr marL="4114800" lvl="8" indent="-317500" algn="l">
              <a:lnSpc>
                <a:spcPct val="100000"/>
              </a:lnSpc>
              <a:spcBef>
                <a:spcPts val="0"/>
              </a:spcBef>
              <a:spcAft>
                <a:spcPts val="0"/>
              </a:spcAft>
              <a:buSzPts val="1400"/>
              <a:buFont typeface="Nunito Light"/>
              <a:buChar char="■"/>
              <a:defRPr/>
            </a:lvl9pPr>
          </a:lstStyle>
          <a:p>
            <a:endParaRPr/>
          </a:p>
        </p:txBody>
      </p:sp>
      <p:grpSp>
        <p:nvGrpSpPr>
          <p:cNvPr id="346" name="Google Shape;346;p89"/>
          <p:cNvGrpSpPr/>
          <p:nvPr/>
        </p:nvGrpSpPr>
        <p:grpSpPr>
          <a:xfrm>
            <a:off x="6225655" y="2144892"/>
            <a:ext cx="3876063" cy="3876063"/>
            <a:chOff x="6225655" y="2144892"/>
            <a:chExt cx="3876063" cy="3876063"/>
          </a:xfrm>
        </p:grpSpPr>
        <p:pic>
          <p:nvPicPr>
            <p:cNvPr id="347" name="Google Shape;347;p89"/>
            <p:cNvPicPr preferRelativeResize="0"/>
            <p:nvPr/>
          </p:nvPicPr>
          <p:blipFill rotWithShape="1">
            <a:blip r:embed="rId2">
              <a:alphaModFix/>
            </a:blip>
            <a:srcRect/>
            <a:stretch/>
          </p:blipFill>
          <p:spPr>
            <a:xfrm>
              <a:off x="6535626" y="4406681"/>
              <a:ext cx="2467773" cy="775639"/>
            </a:xfrm>
            <a:prstGeom prst="rect">
              <a:avLst/>
            </a:prstGeom>
            <a:noFill/>
            <a:ln>
              <a:noFill/>
            </a:ln>
          </p:spPr>
        </p:pic>
        <p:pic>
          <p:nvPicPr>
            <p:cNvPr id="348" name="Google Shape;348;p89"/>
            <p:cNvPicPr preferRelativeResize="0"/>
            <p:nvPr/>
          </p:nvPicPr>
          <p:blipFill rotWithShape="1">
            <a:blip r:embed="rId3">
              <a:alphaModFix/>
            </a:blip>
            <a:srcRect/>
            <a:stretch/>
          </p:blipFill>
          <p:spPr>
            <a:xfrm rot="2700011">
              <a:off x="6828302" y="2677518"/>
              <a:ext cx="2670770" cy="2810811"/>
            </a:xfrm>
            <a:prstGeom prst="rect">
              <a:avLst/>
            </a:prstGeom>
            <a:noFill/>
            <a:ln>
              <a:noFill/>
            </a:ln>
          </p:spPr>
        </p:pic>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49"/>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ackground">
  <p:cSld name="CUSTOM_9">
    <p:bg>
      <p:bgPr>
        <a:solidFill>
          <a:schemeClr val="lt1"/>
        </a:solidFill>
        <a:effectLst/>
      </p:bgPr>
    </p:bg>
    <p:spTree>
      <p:nvGrpSpPr>
        <p:cNvPr id="1" name="Shape 350"/>
        <p:cNvGrpSpPr/>
        <p:nvPr/>
      </p:nvGrpSpPr>
      <p:grpSpPr>
        <a:xfrm>
          <a:off x="0" y="0"/>
          <a:ext cx="0" cy="0"/>
          <a:chOff x="0" y="0"/>
          <a:chExt cx="0" cy="0"/>
        </a:xfrm>
      </p:grpSpPr>
      <p:sp>
        <p:nvSpPr>
          <p:cNvPr id="351" name="Google Shape;351;p94"/>
          <p:cNvSpPr/>
          <p:nvPr/>
        </p:nvSpPr>
        <p:spPr>
          <a:xfrm>
            <a:off x="182700" y="151650"/>
            <a:ext cx="8778600" cy="4840200"/>
          </a:xfrm>
          <a:prstGeom prst="snip1Rect">
            <a:avLst>
              <a:gd name="adj" fmla="val 4489"/>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grpSp>
        <p:nvGrpSpPr>
          <p:cNvPr id="352" name="Google Shape;352;p94"/>
          <p:cNvGrpSpPr/>
          <p:nvPr/>
        </p:nvGrpSpPr>
        <p:grpSpPr>
          <a:xfrm>
            <a:off x="-113450" y="-1649725"/>
            <a:ext cx="9394610" cy="8421100"/>
            <a:chOff x="-113450" y="-1649725"/>
            <a:chExt cx="9394610" cy="8421100"/>
          </a:xfrm>
        </p:grpSpPr>
        <p:grpSp>
          <p:nvGrpSpPr>
            <p:cNvPr id="353" name="Google Shape;353;p94"/>
            <p:cNvGrpSpPr/>
            <p:nvPr/>
          </p:nvGrpSpPr>
          <p:grpSpPr>
            <a:xfrm>
              <a:off x="-113450" y="-1649725"/>
              <a:ext cx="8689100" cy="5214600"/>
              <a:chOff x="-113450" y="-1649725"/>
              <a:chExt cx="8689100" cy="5214600"/>
            </a:xfrm>
          </p:grpSpPr>
          <p:sp>
            <p:nvSpPr>
              <p:cNvPr id="354" name="Google Shape;354;p94"/>
              <p:cNvSpPr/>
              <p:nvPr/>
            </p:nvSpPr>
            <p:spPr>
              <a:xfrm>
                <a:off x="-113450" y="0"/>
                <a:ext cx="363625" cy="3564875"/>
              </a:xfrm>
              <a:custGeom>
                <a:avLst/>
                <a:gdLst/>
                <a:ahLst/>
                <a:cxnLst/>
                <a:rect l="l" t="t" r="r" b="b"/>
                <a:pathLst>
                  <a:path w="14545" h="142595" extrusionOk="0">
                    <a:moveTo>
                      <a:pt x="8343" y="-1516"/>
                    </a:moveTo>
                    <a:lnTo>
                      <a:pt x="11756" y="13274"/>
                    </a:lnTo>
                    <a:lnTo>
                      <a:pt x="18393" y="13274"/>
                    </a:lnTo>
                    <a:lnTo>
                      <a:pt x="18393" y="73384"/>
                    </a:lnTo>
                    <a:lnTo>
                      <a:pt x="22888" y="81170"/>
                    </a:lnTo>
                    <a:lnTo>
                      <a:pt x="22888" y="141079"/>
                    </a:lnTo>
                  </a:path>
                </a:pathLst>
              </a:custGeom>
              <a:noFill/>
              <a:ln w="9525" cap="flat" cmpd="sng">
                <a:solidFill>
                  <a:schemeClr val="accent1"/>
                </a:solidFill>
                <a:prstDash val="solid"/>
                <a:round/>
                <a:headEnd type="none" w="sm" len="sm"/>
                <a:tailEnd type="oval" w="med" len="med"/>
              </a:ln>
            </p:spPr>
          </p:sp>
          <p:sp>
            <p:nvSpPr>
              <p:cNvPr id="355" name="Google Shape;355;p94"/>
              <p:cNvSpPr/>
              <p:nvPr/>
            </p:nvSpPr>
            <p:spPr>
              <a:xfrm>
                <a:off x="221725" y="-1649725"/>
                <a:ext cx="203525" cy="3086100"/>
              </a:xfrm>
              <a:custGeom>
                <a:avLst/>
                <a:gdLst/>
                <a:ahLst/>
                <a:cxnLst/>
                <a:rect l="l" t="t" r="r" b="b"/>
                <a:pathLst>
                  <a:path w="8141" h="123444" extrusionOk="0">
                    <a:moveTo>
                      <a:pt x="3010" y="0"/>
                    </a:moveTo>
                    <a:lnTo>
                      <a:pt x="3010" y="58214"/>
                    </a:lnTo>
                    <a:lnTo>
                      <a:pt x="0" y="63428"/>
                    </a:lnTo>
                    <a:lnTo>
                      <a:pt x="0" y="74522"/>
                    </a:lnTo>
                    <a:lnTo>
                      <a:pt x="8141" y="82664"/>
                    </a:lnTo>
                    <a:lnTo>
                      <a:pt x="8141" y="123444"/>
                    </a:lnTo>
                  </a:path>
                </a:pathLst>
              </a:custGeom>
              <a:noFill/>
              <a:ln w="9525" cap="flat" cmpd="sng">
                <a:solidFill>
                  <a:schemeClr val="dk1"/>
                </a:solidFill>
                <a:prstDash val="solid"/>
                <a:round/>
                <a:headEnd type="none" w="sm" len="sm"/>
                <a:tailEnd type="oval" w="med" len="med"/>
              </a:ln>
            </p:spPr>
          </p:sp>
          <p:sp>
            <p:nvSpPr>
              <p:cNvPr id="356" name="Google Shape;356;p94"/>
              <p:cNvSpPr/>
              <p:nvPr/>
            </p:nvSpPr>
            <p:spPr>
              <a:xfrm>
                <a:off x="0" y="237025"/>
                <a:ext cx="8575650" cy="164450"/>
              </a:xfrm>
              <a:custGeom>
                <a:avLst/>
                <a:gdLst/>
                <a:ahLst/>
                <a:cxnLst/>
                <a:rect l="l" t="t" r="r" b="b"/>
                <a:pathLst>
                  <a:path w="343026" h="6578" extrusionOk="0">
                    <a:moveTo>
                      <a:pt x="0" y="0"/>
                    </a:moveTo>
                    <a:lnTo>
                      <a:pt x="59730" y="0"/>
                    </a:lnTo>
                    <a:lnTo>
                      <a:pt x="62166" y="4219"/>
                    </a:lnTo>
                    <a:lnTo>
                      <a:pt x="149801" y="4219"/>
                    </a:lnTo>
                    <a:lnTo>
                      <a:pt x="152197" y="70"/>
                    </a:lnTo>
                    <a:lnTo>
                      <a:pt x="161558" y="70"/>
                    </a:lnTo>
                    <a:lnTo>
                      <a:pt x="165315" y="6578"/>
                    </a:lnTo>
                    <a:lnTo>
                      <a:pt x="320651" y="6578"/>
                    </a:lnTo>
                    <a:lnTo>
                      <a:pt x="329039" y="1735"/>
                    </a:lnTo>
                    <a:lnTo>
                      <a:pt x="343026" y="1735"/>
                    </a:lnTo>
                  </a:path>
                </a:pathLst>
              </a:custGeom>
              <a:noFill/>
              <a:ln w="9525" cap="flat" cmpd="sng">
                <a:solidFill>
                  <a:schemeClr val="lt2"/>
                </a:solidFill>
                <a:prstDash val="solid"/>
                <a:round/>
                <a:headEnd type="none" w="sm" len="sm"/>
                <a:tailEnd type="oval" w="med" len="med"/>
              </a:ln>
            </p:spPr>
          </p:sp>
        </p:grpSp>
        <p:grpSp>
          <p:nvGrpSpPr>
            <p:cNvPr id="357" name="Google Shape;357;p94"/>
            <p:cNvGrpSpPr/>
            <p:nvPr/>
          </p:nvGrpSpPr>
          <p:grpSpPr>
            <a:xfrm rot="10800000">
              <a:off x="553960" y="1556775"/>
              <a:ext cx="8727200" cy="5214600"/>
              <a:chOff x="-113450" y="-1649725"/>
              <a:chExt cx="8727200" cy="5214600"/>
            </a:xfrm>
          </p:grpSpPr>
          <p:sp>
            <p:nvSpPr>
              <p:cNvPr id="358" name="Google Shape;358;p94"/>
              <p:cNvSpPr/>
              <p:nvPr/>
            </p:nvSpPr>
            <p:spPr>
              <a:xfrm>
                <a:off x="-113450" y="0"/>
                <a:ext cx="363625" cy="3564875"/>
              </a:xfrm>
              <a:custGeom>
                <a:avLst/>
                <a:gdLst/>
                <a:ahLst/>
                <a:cxnLst/>
                <a:rect l="l" t="t" r="r" b="b"/>
                <a:pathLst>
                  <a:path w="14545" h="142595" extrusionOk="0">
                    <a:moveTo>
                      <a:pt x="8343" y="-1516"/>
                    </a:moveTo>
                    <a:lnTo>
                      <a:pt x="11756" y="13274"/>
                    </a:lnTo>
                    <a:lnTo>
                      <a:pt x="18393" y="13274"/>
                    </a:lnTo>
                    <a:lnTo>
                      <a:pt x="18393" y="73384"/>
                    </a:lnTo>
                    <a:lnTo>
                      <a:pt x="22888" y="81170"/>
                    </a:lnTo>
                    <a:lnTo>
                      <a:pt x="22888" y="141079"/>
                    </a:lnTo>
                  </a:path>
                </a:pathLst>
              </a:custGeom>
              <a:noFill/>
              <a:ln w="9525" cap="flat" cmpd="sng">
                <a:solidFill>
                  <a:schemeClr val="accent1"/>
                </a:solidFill>
                <a:prstDash val="solid"/>
                <a:round/>
                <a:headEnd type="none" w="sm" len="sm"/>
                <a:tailEnd type="oval" w="med" len="med"/>
              </a:ln>
            </p:spPr>
          </p:sp>
          <p:sp>
            <p:nvSpPr>
              <p:cNvPr id="359" name="Google Shape;359;p94"/>
              <p:cNvSpPr/>
              <p:nvPr/>
            </p:nvSpPr>
            <p:spPr>
              <a:xfrm>
                <a:off x="221725" y="-1649725"/>
                <a:ext cx="203525" cy="3086100"/>
              </a:xfrm>
              <a:custGeom>
                <a:avLst/>
                <a:gdLst/>
                <a:ahLst/>
                <a:cxnLst/>
                <a:rect l="l" t="t" r="r" b="b"/>
                <a:pathLst>
                  <a:path w="8141" h="123444" extrusionOk="0">
                    <a:moveTo>
                      <a:pt x="3010" y="0"/>
                    </a:moveTo>
                    <a:lnTo>
                      <a:pt x="3010" y="58214"/>
                    </a:lnTo>
                    <a:lnTo>
                      <a:pt x="0" y="63428"/>
                    </a:lnTo>
                    <a:lnTo>
                      <a:pt x="0" y="74522"/>
                    </a:lnTo>
                    <a:lnTo>
                      <a:pt x="8141" y="82664"/>
                    </a:lnTo>
                    <a:lnTo>
                      <a:pt x="8141" y="123444"/>
                    </a:lnTo>
                  </a:path>
                </a:pathLst>
              </a:custGeom>
              <a:noFill/>
              <a:ln w="9525" cap="flat" cmpd="sng">
                <a:solidFill>
                  <a:schemeClr val="dk1"/>
                </a:solidFill>
                <a:prstDash val="solid"/>
                <a:round/>
                <a:headEnd type="none" w="sm" len="sm"/>
                <a:tailEnd type="oval" w="med" len="med"/>
              </a:ln>
            </p:spPr>
          </p:sp>
          <p:sp>
            <p:nvSpPr>
              <p:cNvPr id="360" name="Google Shape;360;p94"/>
              <p:cNvSpPr/>
              <p:nvPr/>
            </p:nvSpPr>
            <p:spPr>
              <a:xfrm>
                <a:off x="38100" y="237025"/>
                <a:ext cx="8575650" cy="164450"/>
              </a:xfrm>
              <a:custGeom>
                <a:avLst/>
                <a:gdLst/>
                <a:ahLst/>
                <a:cxnLst/>
                <a:rect l="l" t="t" r="r" b="b"/>
                <a:pathLst>
                  <a:path w="343026" h="6578" extrusionOk="0">
                    <a:moveTo>
                      <a:pt x="0" y="0"/>
                    </a:moveTo>
                    <a:lnTo>
                      <a:pt x="59730" y="0"/>
                    </a:lnTo>
                    <a:lnTo>
                      <a:pt x="62166" y="4219"/>
                    </a:lnTo>
                    <a:lnTo>
                      <a:pt x="149801" y="4219"/>
                    </a:lnTo>
                    <a:lnTo>
                      <a:pt x="152197" y="70"/>
                    </a:lnTo>
                    <a:lnTo>
                      <a:pt x="161558" y="70"/>
                    </a:lnTo>
                    <a:lnTo>
                      <a:pt x="165315" y="6578"/>
                    </a:lnTo>
                    <a:lnTo>
                      <a:pt x="320651" y="6578"/>
                    </a:lnTo>
                    <a:lnTo>
                      <a:pt x="329039" y="1735"/>
                    </a:lnTo>
                    <a:lnTo>
                      <a:pt x="343026" y="1735"/>
                    </a:lnTo>
                  </a:path>
                </a:pathLst>
              </a:custGeom>
              <a:noFill/>
              <a:ln w="9525" cap="flat" cmpd="sng">
                <a:solidFill>
                  <a:schemeClr val="lt2"/>
                </a:solidFill>
                <a:prstDash val="solid"/>
                <a:round/>
                <a:headEnd type="none" w="sm" len="sm"/>
                <a:tailEnd type="oval" w="med" len="med"/>
              </a:ln>
            </p:spPr>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61"/>
        <p:cNvGrpSpPr/>
        <p:nvPr/>
      </p:nvGrpSpPr>
      <p:grpSpPr>
        <a:xfrm>
          <a:off x="0" y="0"/>
          <a:ext cx="0" cy="0"/>
          <a:chOff x="0" y="0"/>
          <a:chExt cx="0" cy="0"/>
        </a:xfrm>
      </p:grpSpPr>
      <p:grpSp>
        <p:nvGrpSpPr>
          <p:cNvPr id="362" name="Google Shape;362;p95"/>
          <p:cNvGrpSpPr/>
          <p:nvPr/>
        </p:nvGrpSpPr>
        <p:grpSpPr>
          <a:xfrm>
            <a:off x="-93670" y="0"/>
            <a:ext cx="9329113" cy="5143497"/>
            <a:chOff x="-93670" y="0"/>
            <a:chExt cx="9329113" cy="5143497"/>
          </a:xfrm>
        </p:grpSpPr>
        <p:grpSp>
          <p:nvGrpSpPr>
            <p:cNvPr id="363" name="Google Shape;363;p95"/>
            <p:cNvGrpSpPr/>
            <p:nvPr/>
          </p:nvGrpSpPr>
          <p:grpSpPr>
            <a:xfrm rot="10800000">
              <a:off x="5592122" y="2697399"/>
              <a:ext cx="3643321" cy="2446098"/>
              <a:chOff x="-93670" y="0"/>
              <a:chExt cx="3643321" cy="2446098"/>
            </a:xfrm>
          </p:grpSpPr>
          <p:grpSp>
            <p:nvGrpSpPr>
              <p:cNvPr id="364" name="Google Shape;364;p95"/>
              <p:cNvGrpSpPr/>
              <p:nvPr/>
            </p:nvGrpSpPr>
            <p:grpSpPr>
              <a:xfrm rot="5400000">
                <a:off x="-1020034" y="926370"/>
                <a:ext cx="2446092" cy="593363"/>
                <a:chOff x="162825" y="4587541"/>
                <a:chExt cx="1763712" cy="427834"/>
              </a:xfrm>
            </p:grpSpPr>
            <p:pic>
              <p:nvPicPr>
                <p:cNvPr id="365" name="Google Shape;365;p95"/>
                <p:cNvPicPr preferRelativeResize="0"/>
                <p:nvPr/>
              </p:nvPicPr>
              <p:blipFill rotWithShape="1">
                <a:blip r:embed="rId2">
                  <a:alphaModFix amt="46000"/>
                </a:blip>
                <a:srcRect/>
                <a:stretch/>
              </p:blipFill>
              <p:spPr>
                <a:xfrm>
                  <a:off x="162825" y="4648923"/>
                  <a:ext cx="1578400" cy="366450"/>
                </a:xfrm>
                <a:prstGeom prst="rect">
                  <a:avLst/>
                </a:prstGeom>
                <a:noFill/>
                <a:ln>
                  <a:noFill/>
                </a:ln>
              </p:spPr>
            </p:pic>
            <p:pic>
              <p:nvPicPr>
                <p:cNvPr id="366" name="Google Shape;366;p95"/>
                <p:cNvPicPr preferRelativeResize="0"/>
                <p:nvPr/>
              </p:nvPicPr>
              <p:blipFill rotWithShape="1">
                <a:blip r:embed="rId2">
                  <a:alphaModFix/>
                </a:blip>
                <a:srcRect/>
                <a:stretch/>
              </p:blipFill>
              <p:spPr>
                <a:xfrm>
                  <a:off x="819963" y="4758475"/>
                  <a:ext cx="1106574" cy="256900"/>
                </a:xfrm>
                <a:prstGeom prst="rect">
                  <a:avLst/>
                </a:prstGeom>
                <a:noFill/>
                <a:ln>
                  <a:noFill/>
                </a:ln>
              </p:spPr>
            </p:pic>
            <p:pic>
              <p:nvPicPr>
                <p:cNvPr id="367" name="Google Shape;367;p95"/>
                <p:cNvPicPr preferRelativeResize="0"/>
                <p:nvPr/>
              </p:nvPicPr>
              <p:blipFill rotWithShape="1">
                <a:blip r:embed="rId2">
                  <a:alphaModFix amt="88000"/>
                </a:blip>
                <a:srcRect/>
                <a:stretch/>
              </p:blipFill>
              <p:spPr>
                <a:xfrm>
                  <a:off x="440163" y="4587541"/>
                  <a:ext cx="1106574" cy="256900"/>
                </a:xfrm>
                <a:prstGeom prst="rect">
                  <a:avLst/>
                </a:prstGeom>
                <a:noFill/>
                <a:ln>
                  <a:noFill/>
                </a:ln>
              </p:spPr>
            </p:pic>
          </p:grpSp>
          <p:grpSp>
            <p:nvGrpSpPr>
              <p:cNvPr id="368" name="Google Shape;368;p95"/>
              <p:cNvGrpSpPr/>
              <p:nvPr/>
            </p:nvGrpSpPr>
            <p:grpSpPr>
              <a:xfrm rot="10800000">
                <a:off x="0" y="0"/>
                <a:ext cx="3549651" cy="387101"/>
                <a:chOff x="3124200" y="4610350"/>
                <a:chExt cx="3549651" cy="387101"/>
              </a:xfrm>
            </p:grpSpPr>
            <p:pic>
              <p:nvPicPr>
                <p:cNvPr id="369" name="Google Shape;369;p95"/>
                <p:cNvPicPr preferRelativeResize="0"/>
                <p:nvPr/>
              </p:nvPicPr>
              <p:blipFill rotWithShape="1">
                <a:blip r:embed="rId3">
                  <a:alphaModFix/>
                </a:blip>
                <a:srcRect t="58030" b="6290"/>
                <a:stretch/>
              </p:blipFill>
              <p:spPr>
                <a:xfrm>
                  <a:off x="4245892" y="4610350"/>
                  <a:ext cx="2427959" cy="387101"/>
                </a:xfrm>
                <a:prstGeom prst="rect">
                  <a:avLst/>
                </a:prstGeom>
                <a:noFill/>
                <a:ln>
                  <a:noFill/>
                </a:ln>
              </p:spPr>
            </p:pic>
            <p:pic>
              <p:nvPicPr>
                <p:cNvPr id="370" name="Google Shape;370;p95"/>
                <p:cNvPicPr preferRelativeResize="0"/>
                <p:nvPr/>
              </p:nvPicPr>
              <p:blipFill rotWithShape="1">
                <a:blip r:embed="rId4">
                  <a:alphaModFix/>
                </a:blip>
                <a:srcRect l="23295" t="76293"/>
                <a:stretch/>
              </p:blipFill>
              <p:spPr>
                <a:xfrm rot="10800000">
                  <a:off x="3124200" y="4639375"/>
                  <a:ext cx="1505849" cy="329075"/>
                </a:xfrm>
                <a:prstGeom prst="rect">
                  <a:avLst/>
                </a:prstGeom>
                <a:noFill/>
                <a:ln>
                  <a:noFill/>
                </a:ln>
              </p:spPr>
            </p:pic>
          </p:grpSp>
        </p:grpSp>
        <p:grpSp>
          <p:nvGrpSpPr>
            <p:cNvPr id="371" name="Google Shape;371;p95"/>
            <p:cNvGrpSpPr/>
            <p:nvPr/>
          </p:nvGrpSpPr>
          <p:grpSpPr>
            <a:xfrm>
              <a:off x="-93670" y="0"/>
              <a:ext cx="3643321" cy="2446098"/>
              <a:chOff x="-93670" y="0"/>
              <a:chExt cx="3643321" cy="2446098"/>
            </a:xfrm>
          </p:grpSpPr>
          <p:grpSp>
            <p:nvGrpSpPr>
              <p:cNvPr id="372" name="Google Shape;372;p95"/>
              <p:cNvGrpSpPr/>
              <p:nvPr/>
            </p:nvGrpSpPr>
            <p:grpSpPr>
              <a:xfrm rot="5400000">
                <a:off x="-1020034" y="926370"/>
                <a:ext cx="2446092" cy="593363"/>
                <a:chOff x="162825" y="4587541"/>
                <a:chExt cx="1763712" cy="427834"/>
              </a:xfrm>
            </p:grpSpPr>
            <p:pic>
              <p:nvPicPr>
                <p:cNvPr id="373" name="Google Shape;373;p95"/>
                <p:cNvPicPr preferRelativeResize="0"/>
                <p:nvPr/>
              </p:nvPicPr>
              <p:blipFill rotWithShape="1">
                <a:blip r:embed="rId2">
                  <a:alphaModFix amt="46000"/>
                </a:blip>
                <a:srcRect/>
                <a:stretch/>
              </p:blipFill>
              <p:spPr>
                <a:xfrm>
                  <a:off x="162825" y="4648923"/>
                  <a:ext cx="1578400" cy="366450"/>
                </a:xfrm>
                <a:prstGeom prst="rect">
                  <a:avLst/>
                </a:prstGeom>
                <a:noFill/>
                <a:ln>
                  <a:noFill/>
                </a:ln>
              </p:spPr>
            </p:pic>
            <p:pic>
              <p:nvPicPr>
                <p:cNvPr id="374" name="Google Shape;374;p95"/>
                <p:cNvPicPr preferRelativeResize="0"/>
                <p:nvPr/>
              </p:nvPicPr>
              <p:blipFill rotWithShape="1">
                <a:blip r:embed="rId2">
                  <a:alphaModFix/>
                </a:blip>
                <a:srcRect/>
                <a:stretch/>
              </p:blipFill>
              <p:spPr>
                <a:xfrm>
                  <a:off x="819963" y="4758475"/>
                  <a:ext cx="1106574" cy="256900"/>
                </a:xfrm>
                <a:prstGeom prst="rect">
                  <a:avLst/>
                </a:prstGeom>
                <a:noFill/>
                <a:ln>
                  <a:noFill/>
                </a:ln>
              </p:spPr>
            </p:pic>
            <p:pic>
              <p:nvPicPr>
                <p:cNvPr id="375" name="Google Shape;375;p95"/>
                <p:cNvPicPr preferRelativeResize="0"/>
                <p:nvPr/>
              </p:nvPicPr>
              <p:blipFill rotWithShape="1">
                <a:blip r:embed="rId2">
                  <a:alphaModFix amt="88000"/>
                </a:blip>
                <a:srcRect/>
                <a:stretch/>
              </p:blipFill>
              <p:spPr>
                <a:xfrm>
                  <a:off x="440163" y="4587541"/>
                  <a:ext cx="1106574" cy="256900"/>
                </a:xfrm>
                <a:prstGeom prst="rect">
                  <a:avLst/>
                </a:prstGeom>
                <a:noFill/>
                <a:ln>
                  <a:noFill/>
                </a:ln>
              </p:spPr>
            </p:pic>
          </p:grpSp>
          <p:grpSp>
            <p:nvGrpSpPr>
              <p:cNvPr id="376" name="Google Shape;376;p95"/>
              <p:cNvGrpSpPr/>
              <p:nvPr/>
            </p:nvGrpSpPr>
            <p:grpSpPr>
              <a:xfrm rot="10800000">
                <a:off x="0" y="0"/>
                <a:ext cx="3549651" cy="387101"/>
                <a:chOff x="3124200" y="4610350"/>
                <a:chExt cx="3549651" cy="387101"/>
              </a:xfrm>
            </p:grpSpPr>
            <p:pic>
              <p:nvPicPr>
                <p:cNvPr id="377" name="Google Shape;377;p95"/>
                <p:cNvPicPr preferRelativeResize="0"/>
                <p:nvPr/>
              </p:nvPicPr>
              <p:blipFill rotWithShape="1">
                <a:blip r:embed="rId3">
                  <a:alphaModFix/>
                </a:blip>
                <a:srcRect t="58030" b="6290"/>
                <a:stretch/>
              </p:blipFill>
              <p:spPr>
                <a:xfrm>
                  <a:off x="4245892" y="4610350"/>
                  <a:ext cx="2427959" cy="387101"/>
                </a:xfrm>
                <a:prstGeom prst="rect">
                  <a:avLst/>
                </a:prstGeom>
                <a:noFill/>
                <a:ln>
                  <a:noFill/>
                </a:ln>
              </p:spPr>
            </p:pic>
            <p:pic>
              <p:nvPicPr>
                <p:cNvPr id="378" name="Google Shape;378;p95"/>
                <p:cNvPicPr preferRelativeResize="0"/>
                <p:nvPr/>
              </p:nvPicPr>
              <p:blipFill rotWithShape="1">
                <a:blip r:embed="rId4">
                  <a:alphaModFix/>
                </a:blip>
                <a:srcRect l="23295" t="76293"/>
                <a:stretch/>
              </p:blipFill>
              <p:spPr>
                <a:xfrm rot="10800000">
                  <a:off x="3124200" y="4639375"/>
                  <a:ext cx="1505849" cy="329075"/>
                </a:xfrm>
                <a:prstGeom prst="rect">
                  <a:avLst/>
                </a:prstGeom>
                <a:noFill/>
                <a:ln>
                  <a:noFill/>
                </a:ln>
              </p:spPr>
            </p:pic>
          </p:grpSp>
        </p:grpSp>
      </p:grpSp>
      <p:sp>
        <p:nvSpPr>
          <p:cNvPr id="379" name="Google Shape;379;p95"/>
          <p:cNvSpPr/>
          <p:nvPr/>
        </p:nvSpPr>
        <p:spPr>
          <a:xfrm>
            <a:off x="175255" y="182850"/>
            <a:ext cx="8793600" cy="47778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chivo"/>
              <a:ea typeface="Archivo"/>
              <a:cs typeface="Archivo"/>
              <a:sym typeface="Archivo"/>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3"/>
        </a:solidFill>
        <a:effectLst/>
      </p:bgPr>
    </p:bg>
    <p:spTree>
      <p:nvGrpSpPr>
        <p:cNvPr id="1" name="Shape 5"/>
        <p:cNvGrpSpPr/>
        <p:nvPr/>
      </p:nvGrpSpPr>
      <p:grpSpPr>
        <a:xfrm>
          <a:off x="0" y="0"/>
          <a:ext cx="0" cy="0"/>
          <a:chOff x="0" y="0"/>
          <a:chExt cx="0" cy="0"/>
        </a:xfrm>
      </p:grpSpPr>
      <p:sp>
        <p:nvSpPr>
          <p:cNvPr id="6" name="Google Shape;6;p57"/>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15000"/>
              </a:lnSpc>
              <a:spcBef>
                <a:spcPts val="0"/>
              </a:spcBef>
              <a:spcAft>
                <a:spcPts val="0"/>
              </a:spcAft>
              <a:buClr>
                <a:schemeClr val="dk1"/>
              </a:buClr>
              <a:buSzPts val="2800"/>
              <a:buFont typeface="IBM Plex Mono"/>
              <a:buNone/>
              <a:defRPr sz="2800" b="1" i="0" u="none" strike="noStrike" cap="none">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a:solidFill>
                  <a:schemeClr val="dk1"/>
                </a:solidFill>
                <a:latin typeface="IBM Plex Mono"/>
                <a:ea typeface="IBM Plex Mono"/>
                <a:cs typeface="IBM Plex Mono"/>
                <a:sym typeface="IBM Plex Mono"/>
              </a:defRPr>
            </a:lvl9pPr>
          </a:lstStyle>
          <a:p>
            <a:endParaRPr/>
          </a:p>
        </p:txBody>
      </p:sp>
      <p:sp>
        <p:nvSpPr>
          <p:cNvPr id="7" name="Google Shape;7;p57"/>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1"/>
              </a:buClr>
              <a:buSzPts val="1400"/>
              <a:buFont typeface="Archivo"/>
              <a:buChar char="●"/>
              <a:defRPr sz="1400" b="0" i="0" u="none" strike="noStrike" cap="none">
                <a:solidFill>
                  <a:schemeClr val="dk1"/>
                </a:solidFill>
                <a:latin typeface="Archivo"/>
                <a:ea typeface="Archivo"/>
                <a:cs typeface="Archivo"/>
                <a:sym typeface="Archivo"/>
              </a:defRPr>
            </a:lvl1pPr>
            <a:lvl2pPr marL="914400" marR="0" lvl="1" indent="-317500" algn="l" rtl="0">
              <a:lnSpc>
                <a:spcPct val="115000"/>
              </a:lnSpc>
              <a:spcBef>
                <a:spcPts val="0"/>
              </a:spcBef>
              <a:spcAft>
                <a:spcPts val="0"/>
              </a:spcAft>
              <a:buClr>
                <a:schemeClr val="dk1"/>
              </a:buClr>
              <a:buSzPts val="1400"/>
              <a:buFont typeface="Archivo"/>
              <a:buChar char="○"/>
              <a:defRPr sz="1400" b="0" i="0" u="none" strike="noStrike" cap="none">
                <a:solidFill>
                  <a:schemeClr val="dk1"/>
                </a:solidFill>
                <a:latin typeface="Archivo"/>
                <a:ea typeface="Archivo"/>
                <a:cs typeface="Archivo"/>
                <a:sym typeface="Archivo"/>
              </a:defRPr>
            </a:lvl2pPr>
            <a:lvl3pPr marL="1371600" marR="0" lvl="2" indent="-317500" algn="l" rtl="0">
              <a:lnSpc>
                <a:spcPct val="115000"/>
              </a:lnSpc>
              <a:spcBef>
                <a:spcPts val="0"/>
              </a:spcBef>
              <a:spcAft>
                <a:spcPts val="0"/>
              </a:spcAft>
              <a:buClr>
                <a:schemeClr val="dk1"/>
              </a:buClr>
              <a:buSzPts val="1400"/>
              <a:buFont typeface="Archivo"/>
              <a:buChar char="■"/>
              <a:defRPr sz="1400" b="0" i="0" u="none" strike="noStrike" cap="none">
                <a:solidFill>
                  <a:schemeClr val="dk1"/>
                </a:solidFill>
                <a:latin typeface="Archivo"/>
                <a:ea typeface="Archivo"/>
                <a:cs typeface="Archivo"/>
                <a:sym typeface="Archivo"/>
              </a:defRPr>
            </a:lvl3pPr>
            <a:lvl4pPr marL="1828800" marR="0" lvl="3" indent="-317500" algn="l" rtl="0">
              <a:lnSpc>
                <a:spcPct val="115000"/>
              </a:lnSpc>
              <a:spcBef>
                <a:spcPts val="0"/>
              </a:spcBef>
              <a:spcAft>
                <a:spcPts val="0"/>
              </a:spcAft>
              <a:buClr>
                <a:schemeClr val="dk1"/>
              </a:buClr>
              <a:buSzPts val="1400"/>
              <a:buFont typeface="Archivo"/>
              <a:buChar char="●"/>
              <a:defRPr sz="1400" b="0" i="0" u="none" strike="noStrike" cap="none">
                <a:solidFill>
                  <a:schemeClr val="dk1"/>
                </a:solidFill>
                <a:latin typeface="Archivo"/>
                <a:ea typeface="Archivo"/>
                <a:cs typeface="Archivo"/>
                <a:sym typeface="Archivo"/>
              </a:defRPr>
            </a:lvl4pPr>
            <a:lvl5pPr marL="2286000" marR="0" lvl="4" indent="-317500" algn="l" rtl="0">
              <a:lnSpc>
                <a:spcPct val="115000"/>
              </a:lnSpc>
              <a:spcBef>
                <a:spcPts val="0"/>
              </a:spcBef>
              <a:spcAft>
                <a:spcPts val="0"/>
              </a:spcAft>
              <a:buClr>
                <a:schemeClr val="dk1"/>
              </a:buClr>
              <a:buSzPts val="1400"/>
              <a:buFont typeface="Archivo"/>
              <a:buChar char="○"/>
              <a:defRPr sz="1400" b="0" i="0" u="none" strike="noStrike" cap="none">
                <a:solidFill>
                  <a:schemeClr val="dk1"/>
                </a:solidFill>
                <a:latin typeface="Archivo"/>
                <a:ea typeface="Archivo"/>
                <a:cs typeface="Archivo"/>
                <a:sym typeface="Archivo"/>
              </a:defRPr>
            </a:lvl5pPr>
            <a:lvl6pPr marL="2743200" marR="0" lvl="5" indent="-317500" algn="l" rtl="0">
              <a:lnSpc>
                <a:spcPct val="115000"/>
              </a:lnSpc>
              <a:spcBef>
                <a:spcPts val="0"/>
              </a:spcBef>
              <a:spcAft>
                <a:spcPts val="0"/>
              </a:spcAft>
              <a:buClr>
                <a:schemeClr val="dk1"/>
              </a:buClr>
              <a:buSzPts val="1400"/>
              <a:buFont typeface="Archivo"/>
              <a:buChar char="■"/>
              <a:defRPr sz="1400" b="0" i="0" u="none" strike="noStrike" cap="none">
                <a:solidFill>
                  <a:schemeClr val="dk1"/>
                </a:solidFill>
                <a:latin typeface="Archivo"/>
                <a:ea typeface="Archivo"/>
                <a:cs typeface="Archivo"/>
                <a:sym typeface="Archivo"/>
              </a:defRPr>
            </a:lvl6pPr>
            <a:lvl7pPr marL="3200400" marR="0" lvl="6" indent="-317500" algn="l" rtl="0">
              <a:lnSpc>
                <a:spcPct val="115000"/>
              </a:lnSpc>
              <a:spcBef>
                <a:spcPts val="0"/>
              </a:spcBef>
              <a:spcAft>
                <a:spcPts val="0"/>
              </a:spcAft>
              <a:buClr>
                <a:schemeClr val="dk1"/>
              </a:buClr>
              <a:buSzPts val="1400"/>
              <a:buFont typeface="Archivo"/>
              <a:buChar char="●"/>
              <a:defRPr sz="1400" b="0" i="0" u="none" strike="noStrike" cap="none">
                <a:solidFill>
                  <a:schemeClr val="dk1"/>
                </a:solidFill>
                <a:latin typeface="Archivo"/>
                <a:ea typeface="Archivo"/>
                <a:cs typeface="Archivo"/>
                <a:sym typeface="Archivo"/>
              </a:defRPr>
            </a:lvl7pPr>
            <a:lvl8pPr marL="3657600" marR="0" lvl="7" indent="-317500" algn="l" rtl="0">
              <a:lnSpc>
                <a:spcPct val="115000"/>
              </a:lnSpc>
              <a:spcBef>
                <a:spcPts val="0"/>
              </a:spcBef>
              <a:spcAft>
                <a:spcPts val="0"/>
              </a:spcAft>
              <a:buClr>
                <a:schemeClr val="dk1"/>
              </a:buClr>
              <a:buSzPts val="1400"/>
              <a:buFont typeface="Archivo"/>
              <a:buChar char="○"/>
              <a:defRPr sz="1400" b="0" i="0" u="none" strike="noStrike" cap="none">
                <a:solidFill>
                  <a:schemeClr val="dk1"/>
                </a:solidFill>
                <a:latin typeface="Archivo"/>
                <a:ea typeface="Archivo"/>
                <a:cs typeface="Archivo"/>
                <a:sym typeface="Archivo"/>
              </a:defRPr>
            </a:lvl8pPr>
            <a:lvl9pPr marL="4114800" marR="0" lvl="8" indent="-317500" algn="l" rtl="0">
              <a:lnSpc>
                <a:spcPct val="115000"/>
              </a:lnSpc>
              <a:spcBef>
                <a:spcPts val="0"/>
              </a:spcBef>
              <a:spcAft>
                <a:spcPts val="0"/>
              </a:spcAft>
              <a:buClr>
                <a:schemeClr val="dk1"/>
              </a:buClr>
              <a:buSzPts val="1400"/>
              <a:buFont typeface="Archivo"/>
              <a:buChar char="■"/>
              <a:defRPr sz="1400" b="0" i="0" u="none" strike="noStrike" cap="none">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pic>
        <p:nvPicPr>
          <p:cNvPr id="384" name="Google Shape;384;p1"/>
          <p:cNvPicPr preferRelativeResize="0"/>
          <p:nvPr/>
        </p:nvPicPr>
        <p:blipFill rotWithShape="1">
          <a:blip r:embed="rId3">
            <a:alphaModFix/>
          </a:blip>
          <a:srcRect l="2123" b="9502"/>
          <a:stretch/>
        </p:blipFill>
        <p:spPr>
          <a:xfrm>
            <a:off x="0" y="3692921"/>
            <a:ext cx="4304653" cy="1455275"/>
          </a:xfrm>
          <a:prstGeom prst="rect">
            <a:avLst/>
          </a:prstGeom>
          <a:noFill/>
          <a:ln>
            <a:noFill/>
          </a:ln>
        </p:spPr>
      </p:pic>
      <p:pic>
        <p:nvPicPr>
          <p:cNvPr id="385" name="Google Shape;385;p1"/>
          <p:cNvPicPr preferRelativeResize="0"/>
          <p:nvPr/>
        </p:nvPicPr>
        <p:blipFill rotWithShape="1">
          <a:blip r:embed="rId4">
            <a:alphaModFix/>
          </a:blip>
          <a:srcRect t="19097" r="5042" b="2954"/>
          <a:stretch/>
        </p:blipFill>
        <p:spPr>
          <a:xfrm>
            <a:off x="2396525" y="3055175"/>
            <a:ext cx="3716124" cy="958849"/>
          </a:xfrm>
          <a:prstGeom prst="rect">
            <a:avLst/>
          </a:prstGeom>
          <a:noFill/>
          <a:ln>
            <a:noFill/>
          </a:ln>
        </p:spPr>
      </p:pic>
      <p:pic>
        <p:nvPicPr>
          <p:cNvPr id="386" name="Google Shape;386;p1"/>
          <p:cNvPicPr preferRelativeResize="0"/>
          <p:nvPr/>
        </p:nvPicPr>
        <p:blipFill rotWithShape="1">
          <a:blip r:embed="rId5">
            <a:alphaModFix/>
          </a:blip>
          <a:srcRect/>
          <a:stretch/>
        </p:blipFill>
        <p:spPr>
          <a:xfrm rot="10800000">
            <a:off x="7519424" y="3535074"/>
            <a:ext cx="456876" cy="242950"/>
          </a:xfrm>
          <a:prstGeom prst="rect">
            <a:avLst/>
          </a:prstGeom>
          <a:noFill/>
          <a:ln>
            <a:noFill/>
          </a:ln>
        </p:spPr>
      </p:pic>
      <p:sp>
        <p:nvSpPr>
          <p:cNvPr id="387" name="Google Shape;387;p1"/>
          <p:cNvSpPr txBox="1">
            <a:spLocks noGrp="1"/>
          </p:cNvSpPr>
          <p:nvPr>
            <p:ph type="ctrTitle"/>
          </p:nvPr>
        </p:nvSpPr>
        <p:spPr>
          <a:xfrm>
            <a:off x="1234950" y="1398100"/>
            <a:ext cx="6486900" cy="15606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SzPts val="5200"/>
              <a:buNone/>
            </a:pPr>
            <a:r>
              <a:rPr lang="de"/>
              <a:t>PLAGIARISM </a:t>
            </a:r>
            <a:endParaRPr/>
          </a:p>
          <a:p>
            <a:pPr marL="0" lvl="0" indent="0" algn="l" rtl="0">
              <a:lnSpc>
                <a:spcPct val="90000"/>
              </a:lnSpc>
              <a:spcBef>
                <a:spcPts val="0"/>
              </a:spcBef>
              <a:spcAft>
                <a:spcPts val="0"/>
              </a:spcAft>
              <a:buSzPts val="5200"/>
              <a:buNone/>
            </a:pPr>
            <a:r>
              <a:rPr lang="de">
                <a:solidFill>
                  <a:schemeClr val="accent2"/>
                </a:solidFill>
              </a:rPr>
              <a:t>DETECTOR</a:t>
            </a:r>
            <a:endParaRPr>
              <a:solidFill>
                <a:schemeClr val="accent2"/>
              </a:solidFill>
            </a:endParaRPr>
          </a:p>
        </p:txBody>
      </p:sp>
      <p:sp>
        <p:nvSpPr>
          <p:cNvPr id="388" name="Google Shape;388;p1"/>
          <p:cNvSpPr txBox="1">
            <a:spLocks noGrp="1"/>
          </p:cNvSpPr>
          <p:nvPr>
            <p:ph type="subTitle" idx="1"/>
          </p:nvPr>
        </p:nvSpPr>
        <p:spPr>
          <a:xfrm>
            <a:off x="4022125" y="3461550"/>
            <a:ext cx="3878100" cy="3900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0"/>
              </a:spcBef>
              <a:spcAft>
                <a:spcPts val="0"/>
              </a:spcAft>
              <a:buSzPts val="1400"/>
              <a:buNone/>
            </a:pPr>
            <a:r>
              <a:rPr lang="de"/>
              <a:t>Ishaa (L004), Arpita (L005)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2800"/>
              <a:buNone/>
            </a:pPr>
            <a:r>
              <a:rPr lang="de"/>
              <a:t>TABLE OF CONTENTS</a:t>
            </a:r>
            <a:endParaRPr/>
          </a:p>
        </p:txBody>
      </p:sp>
      <p:sp>
        <p:nvSpPr>
          <p:cNvPr id="394" name="Google Shape;394;p3"/>
          <p:cNvSpPr txBox="1">
            <a:spLocks noGrp="1"/>
          </p:cNvSpPr>
          <p:nvPr>
            <p:ph type="subTitle" idx="13"/>
          </p:nvPr>
        </p:nvSpPr>
        <p:spPr>
          <a:xfrm>
            <a:off x="4214901" y="1801125"/>
            <a:ext cx="3225600" cy="4848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de"/>
              <a:t>DATA STRUCTURES</a:t>
            </a:r>
            <a:endParaRPr/>
          </a:p>
        </p:txBody>
      </p:sp>
      <p:sp>
        <p:nvSpPr>
          <p:cNvPr id="395" name="Google Shape;395;p3"/>
          <p:cNvSpPr txBox="1">
            <a:spLocks noGrp="1"/>
          </p:cNvSpPr>
          <p:nvPr>
            <p:ph type="subTitle" idx="9"/>
          </p:nvPr>
        </p:nvSpPr>
        <p:spPr>
          <a:xfrm>
            <a:off x="720000" y="1801116"/>
            <a:ext cx="2838300" cy="4848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de"/>
              <a:t>PROBLEM STATEMENT</a:t>
            </a:r>
            <a:endParaRPr/>
          </a:p>
        </p:txBody>
      </p:sp>
      <p:sp>
        <p:nvSpPr>
          <p:cNvPr id="396" name="Google Shape;396;p3"/>
          <p:cNvSpPr txBox="1">
            <a:spLocks noGrp="1"/>
          </p:cNvSpPr>
          <p:nvPr>
            <p:ph type="title" idx="5"/>
          </p:nvPr>
        </p:nvSpPr>
        <p:spPr>
          <a:xfrm>
            <a:off x="821600" y="13320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de"/>
              <a:t>01</a:t>
            </a:r>
            <a:endParaRPr/>
          </a:p>
        </p:txBody>
      </p:sp>
      <p:sp>
        <p:nvSpPr>
          <p:cNvPr id="397" name="Google Shape;397;p3"/>
          <p:cNvSpPr txBox="1">
            <a:spLocks noGrp="1"/>
          </p:cNvSpPr>
          <p:nvPr>
            <p:ph type="title" idx="6"/>
          </p:nvPr>
        </p:nvSpPr>
        <p:spPr>
          <a:xfrm>
            <a:off x="821600" y="2379743"/>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de"/>
              <a:t>03</a:t>
            </a:r>
            <a:endParaRPr/>
          </a:p>
        </p:txBody>
      </p:sp>
      <p:sp>
        <p:nvSpPr>
          <p:cNvPr id="398" name="Google Shape;398;p3"/>
          <p:cNvSpPr txBox="1">
            <a:spLocks noGrp="1"/>
          </p:cNvSpPr>
          <p:nvPr>
            <p:ph type="title" idx="7"/>
          </p:nvPr>
        </p:nvSpPr>
        <p:spPr>
          <a:xfrm>
            <a:off x="4316491" y="13320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de"/>
              <a:t>02</a:t>
            </a:r>
            <a:endParaRPr/>
          </a:p>
        </p:txBody>
      </p:sp>
      <p:sp>
        <p:nvSpPr>
          <p:cNvPr id="399" name="Google Shape;399;p3"/>
          <p:cNvSpPr txBox="1">
            <a:spLocks noGrp="1"/>
          </p:cNvSpPr>
          <p:nvPr>
            <p:ph type="title" idx="8"/>
          </p:nvPr>
        </p:nvSpPr>
        <p:spPr>
          <a:xfrm>
            <a:off x="4316491" y="2379743"/>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de"/>
              <a:t>04</a:t>
            </a:r>
            <a:endParaRPr/>
          </a:p>
        </p:txBody>
      </p:sp>
      <p:sp>
        <p:nvSpPr>
          <p:cNvPr id="400" name="Google Shape;400;p3"/>
          <p:cNvSpPr txBox="1">
            <a:spLocks noGrp="1"/>
          </p:cNvSpPr>
          <p:nvPr>
            <p:ph type="subTitle" idx="14"/>
          </p:nvPr>
        </p:nvSpPr>
        <p:spPr>
          <a:xfrm>
            <a:off x="720000" y="2848901"/>
            <a:ext cx="2838300" cy="4848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de"/>
              <a:t>ALGORITHMS</a:t>
            </a:r>
            <a:endParaRPr/>
          </a:p>
        </p:txBody>
      </p:sp>
      <p:sp>
        <p:nvSpPr>
          <p:cNvPr id="401" name="Google Shape;401;p3"/>
          <p:cNvSpPr txBox="1">
            <a:spLocks noGrp="1"/>
          </p:cNvSpPr>
          <p:nvPr>
            <p:ph type="subTitle" idx="15"/>
          </p:nvPr>
        </p:nvSpPr>
        <p:spPr>
          <a:xfrm>
            <a:off x="4214891" y="2848901"/>
            <a:ext cx="2838300" cy="4848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de"/>
              <a:t>CODE SNIPPETS</a:t>
            </a:r>
            <a:endParaRPr/>
          </a:p>
        </p:txBody>
      </p:sp>
      <p:sp>
        <p:nvSpPr>
          <p:cNvPr id="402" name="Google Shape;402;p3"/>
          <p:cNvSpPr txBox="1">
            <a:spLocks noGrp="1"/>
          </p:cNvSpPr>
          <p:nvPr>
            <p:ph type="title" idx="6"/>
          </p:nvPr>
        </p:nvSpPr>
        <p:spPr>
          <a:xfrm>
            <a:off x="821600" y="3510518"/>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de"/>
              <a:t>05</a:t>
            </a:r>
            <a:endParaRPr/>
          </a:p>
        </p:txBody>
      </p:sp>
      <p:sp>
        <p:nvSpPr>
          <p:cNvPr id="403" name="Google Shape;403;p3"/>
          <p:cNvSpPr txBox="1">
            <a:spLocks noGrp="1"/>
          </p:cNvSpPr>
          <p:nvPr>
            <p:ph type="title" idx="8"/>
          </p:nvPr>
        </p:nvSpPr>
        <p:spPr>
          <a:xfrm>
            <a:off x="4316491" y="3510518"/>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de"/>
              <a:t>06</a:t>
            </a:r>
            <a:endParaRPr/>
          </a:p>
        </p:txBody>
      </p:sp>
      <p:sp>
        <p:nvSpPr>
          <p:cNvPr id="404" name="Google Shape;404;p3"/>
          <p:cNvSpPr txBox="1">
            <a:spLocks noGrp="1"/>
          </p:cNvSpPr>
          <p:nvPr>
            <p:ph type="subTitle" idx="14"/>
          </p:nvPr>
        </p:nvSpPr>
        <p:spPr>
          <a:xfrm>
            <a:off x="720000" y="3979676"/>
            <a:ext cx="2838300" cy="4848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de"/>
              <a:t>OUTPUT</a:t>
            </a:r>
            <a:endParaRPr/>
          </a:p>
        </p:txBody>
      </p:sp>
      <p:sp>
        <p:nvSpPr>
          <p:cNvPr id="405" name="Google Shape;405;p3"/>
          <p:cNvSpPr txBox="1">
            <a:spLocks noGrp="1"/>
          </p:cNvSpPr>
          <p:nvPr>
            <p:ph type="subTitle" idx="15"/>
          </p:nvPr>
        </p:nvSpPr>
        <p:spPr>
          <a:xfrm>
            <a:off x="4214891" y="3979676"/>
            <a:ext cx="2838300" cy="4848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de"/>
              <a:t>FUTURE SCOPE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g34ac3a79713_2_22"/>
          <p:cNvSpPr txBox="1">
            <a:spLocks noGrp="1"/>
          </p:cNvSpPr>
          <p:nvPr>
            <p:ph type="title"/>
          </p:nvPr>
        </p:nvSpPr>
        <p:spPr>
          <a:xfrm>
            <a:off x="1902324" y="2352475"/>
            <a:ext cx="5716200" cy="1047000"/>
          </a:xfrm>
          <a:prstGeom prst="rect">
            <a:avLst/>
          </a:prstGeom>
          <a:solidFill>
            <a:schemeClr val="lt1"/>
          </a:solidFill>
          <a:ln>
            <a:noFill/>
          </a:ln>
        </p:spPr>
        <p:txBody>
          <a:bodyPr spcFirstLastPara="1" wrap="square" lIns="91425" tIns="91425" rIns="91425" bIns="91425" anchor="b" anchorCtr="0">
            <a:noAutofit/>
          </a:bodyPr>
          <a:lstStyle/>
          <a:p>
            <a:pPr marL="0" lvl="0" indent="0" algn="l" rtl="0">
              <a:spcBef>
                <a:spcPts val="0"/>
              </a:spcBef>
              <a:spcAft>
                <a:spcPts val="0"/>
              </a:spcAft>
              <a:buSzPts val="2400"/>
              <a:buNone/>
            </a:pPr>
            <a:r>
              <a:rPr lang="de" sz="4000"/>
              <a:t>PROBLEM STATEMENT</a:t>
            </a:r>
            <a:endParaRPr sz="4000"/>
          </a:p>
        </p:txBody>
      </p:sp>
      <p:sp>
        <p:nvSpPr>
          <p:cNvPr id="411" name="Google Shape;411;g34ac3a79713_2_22"/>
          <p:cNvSpPr txBox="1">
            <a:spLocks noGrp="1"/>
          </p:cNvSpPr>
          <p:nvPr>
            <p:ph type="title" idx="2"/>
          </p:nvPr>
        </p:nvSpPr>
        <p:spPr>
          <a:xfrm>
            <a:off x="2042402" y="1436575"/>
            <a:ext cx="1995000" cy="9159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0" anchor="ctr" anchorCtr="0">
            <a:noAutofit/>
          </a:bodyPr>
          <a:lstStyle/>
          <a:p>
            <a:pPr marL="0" lvl="0" indent="0" algn="ctr" rtl="0">
              <a:lnSpc>
                <a:spcPct val="115000"/>
              </a:lnSpc>
              <a:spcBef>
                <a:spcPts val="0"/>
              </a:spcBef>
              <a:spcAft>
                <a:spcPts val="0"/>
              </a:spcAft>
              <a:buSzPts val="6000"/>
              <a:buNone/>
            </a:pPr>
            <a:r>
              <a:rPr lang="de"/>
              <a:t>01</a:t>
            </a:r>
            <a:endParaRPr/>
          </a:p>
        </p:txBody>
      </p:sp>
      <p:pic>
        <p:nvPicPr>
          <p:cNvPr id="412" name="Google Shape;412;g34ac3a79713_2_22"/>
          <p:cNvPicPr preferRelativeResize="0"/>
          <p:nvPr/>
        </p:nvPicPr>
        <p:blipFill rotWithShape="1">
          <a:blip r:embed="rId3">
            <a:alphaModFix/>
          </a:blip>
          <a:srcRect t="19097" r="5042" b="2954"/>
          <a:stretch/>
        </p:blipFill>
        <p:spPr>
          <a:xfrm flipH="1">
            <a:off x="4037238" y="1481775"/>
            <a:ext cx="3716124" cy="958850"/>
          </a:xfrm>
          <a:prstGeom prst="rect">
            <a:avLst/>
          </a:prstGeom>
          <a:noFill/>
          <a:ln>
            <a:noFill/>
          </a:ln>
        </p:spPr>
      </p:pic>
      <p:grpSp>
        <p:nvGrpSpPr>
          <p:cNvPr id="413" name="Google Shape;413;g34ac3a79713_2_22"/>
          <p:cNvGrpSpPr/>
          <p:nvPr/>
        </p:nvGrpSpPr>
        <p:grpSpPr>
          <a:xfrm>
            <a:off x="8400" y="69700"/>
            <a:ext cx="9135602" cy="5004101"/>
            <a:chOff x="8400" y="69700"/>
            <a:chExt cx="9135602" cy="5004101"/>
          </a:xfrm>
        </p:grpSpPr>
        <p:pic>
          <p:nvPicPr>
            <p:cNvPr id="414" name="Google Shape;414;g34ac3a79713_2_22"/>
            <p:cNvPicPr preferRelativeResize="0"/>
            <p:nvPr/>
          </p:nvPicPr>
          <p:blipFill rotWithShape="1">
            <a:blip r:embed="rId4">
              <a:alphaModFix/>
            </a:blip>
            <a:srcRect t="1400" r="83035" b="-1399"/>
            <a:stretch/>
          </p:blipFill>
          <p:spPr>
            <a:xfrm>
              <a:off x="8010525" y="69700"/>
              <a:ext cx="1133476" cy="5004101"/>
            </a:xfrm>
            <a:prstGeom prst="rect">
              <a:avLst/>
            </a:prstGeom>
            <a:noFill/>
            <a:ln>
              <a:noFill/>
            </a:ln>
          </p:spPr>
        </p:pic>
        <p:pic>
          <p:nvPicPr>
            <p:cNvPr id="415" name="Google Shape;415;g34ac3a79713_2_22"/>
            <p:cNvPicPr preferRelativeResize="0"/>
            <p:nvPr/>
          </p:nvPicPr>
          <p:blipFill rotWithShape="1">
            <a:blip r:embed="rId4">
              <a:alphaModFix/>
            </a:blip>
            <a:srcRect t="1400" r="83035" b="-1399"/>
            <a:stretch/>
          </p:blipFill>
          <p:spPr>
            <a:xfrm rot="10800000">
              <a:off x="8400" y="69700"/>
              <a:ext cx="1133476" cy="5004101"/>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4"/>
          <p:cNvSpPr txBox="1">
            <a:spLocks noGrp="1"/>
          </p:cNvSpPr>
          <p:nvPr>
            <p:ph type="title"/>
          </p:nvPr>
        </p:nvSpPr>
        <p:spPr>
          <a:xfrm>
            <a:off x="2135550" y="670104"/>
            <a:ext cx="4872900" cy="15018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SzPts val="2800"/>
              <a:buNone/>
            </a:pPr>
            <a:r>
              <a:rPr lang="de" sz="5000"/>
              <a:t>PROBLEM STATEMENT</a:t>
            </a:r>
            <a:endParaRPr sz="5000"/>
          </a:p>
        </p:txBody>
      </p:sp>
      <p:sp>
        <p:nvSpPr>
          <p:cNvPr id="421" name="Google Shape;421;p4"/>
          <p:cNvSpPr txBox="1">
            <a:spLocks noGrp="1"/>
          </p:cNvSpPr>
          <p:nvPr>
            <p:ph type="subTitle" idx="1"/>
          </p:nvPr>
        </p:nvSpPr>
        <p:spPr>
          <a:xfrm>
            <a:off x="1462850" y="2250725"/>
            <a:ext cx="6541200" cy="1722300"/>
          </a:xfrm>
          <a:prstGeom prst="rect">
            <a:avLst/>
          </a:prstGeom>
          <a:noFill/>
          <a:ln>
            <a:noFill/>
          </a:ln>
        </p:spPr>
        <p:txBody>
          <a:bodyPr spcFirstLastPara="1" wrap="square" lIns="91425" tIns="91425" rIns="91425" bIns="91425" anchor="t" anchorCtr="0">
            <a:noAutofit/>
          </a:bodyPr>
          <a:lstStyle/>
          <a:p>
            <a:pPr marL="0" lvl="0" indent="0" algn="l" rtl="0">
              <a:spcBef>
                <a:spcPts val="500"/>
              </a:spcBef>
              <a:spcAft>
                <a:spcPts val="0"/>
              </a:spcAft>
              <a:buNone/>
            </a:pPr>
            <a:r>
              <a:rPr lang="de">
                <a:solidFill>
                  <a:srgbClr val="000000"/>
                </a:solidFill>
                <a:latin typeface="Arial"/>
                <a:ea typeface="Arial"/>
                <a:cs typeface="Arial"/>
                <a:sym typeface="Arial"/>
              </a:rPr>
              <a:t>•</a:t>
            </a:r>
            <a:r>
              <a:rPr lang="de">
                <a:solidFill>
                  <a:srgbClr val="000000"/>
                </a:solidFill>
                <a:latin typeface="Calibri"/>
                <a:ea typeface="Calibri"/>
                <a:cs typeface="Calibri"/>
                <a:sym typeface="Calibri"/>
              </a:rPr>
              <a:t>With the rise of digital content, detecting plagiarism has become a major challenge in both academic and professional domains. Traditional methods often miss paraphrasing, word rearrangements, and synonym usage.</a:t>
            </a:r>
            <a:endParaRPr>
              <a:solidFill>
                <a:srgbClr val="000000"/>
              </a:solidFill>
              <a:latin typeface="Calibri"/>
              <a:ea typeface="Calibri"/>
              <a:cs typeface="Calibri"/>
              <a:sym typeface="Calibri"/>
            </a:endParaRPr>
          </a:p>
          <a:p>
            <a:pPr marL="0" lvl="0" indent="0" algn="l" rtl="0">
              <a:spcBef>
                <a:spcPts val="500"/>
              </a:spcBef>
              <a:spcAft>
                <a:spcPts val="0"/>
              </a:spcAft>
              <a:buNone/>
            </a:pPr>
            <a:r>
              <a:rPr lang="de">
                <a:solidFill>
                  <a:srgbClr val="000000"/>
                </a:solidFill>
                <a:latin typeface="Arial"/>
                <a:ea typeface="Arial"/>
                <a:cs typeface="Arial"/>
                <a:sym typeface="Arial"/>
              </a:rPr>
              <a:t>•</a:t>
            </a:r>
            <a:r>
              <a:rPr lang="de">
                <a:solidFill>
                  <a:srgbClr val="000000"/>
                </a:solidFill>
                <a:latin typeface="Calibri"/>
                <a:ea typeface="Calibri"/>
                <a:cs typeface="Calibri"/>
                <a:sym typeface="Calibri"/>
              </a:rPr>
              <a:t>Our goal is to develop a C++-based plagiarism detection system that uses LCS, N-Grams, and synonym analysis to identify similar content—even when rephrased—with high accuracy. After calculating the plagiarism percentage, the system highlights matched phrases and provides intelligent synonym suggestions to help users rephrase their content and reduce similarity, promoting original writing.</a:t>
            </a:r>
            <a:endParaRPr>
              <a:solidFill>
                <a:srgbClr val="000000"/>
              </a:solidFill>
              <a:latin typeface="Calibri"/>
              <a:ea typeface="Calibri"/>
              <a:cs typeface="Calibri"/>
              <a:sym typeface="Calibri"/>
            </a:endParaRPr>
          </a:p>
          <a:p>
            <a:pPr marL="0" lvl="0" indent="0" algn="l" rtl="0">
              <a:lnSpc>
                <a:spcPct val="115000"/>
              </a:lnSpc>
              <a:spcBef>
                <a:spcPts val="0"/>
              </a:spcBef>
              <a:spcAft>
                <a:spcPts val="0"/>
              </a:spcAft>
              <a:buSzPts val="1400"/>
              <a:buNone/>
            </a:pPr>
            <a:endParaRPr>
              <a:solidFill>
                <a:srgbClr val="000000"/>
              </a:solidFill>
              <a:highlight>
                <a:srgbClr val="F5F5F5"/>
              </a:highlight>
            </a:endParaRPr>
          </a:p>
        </p:txBody>
      </p:sp>
      <p:grpSp>
        <p:nvGrpSpPr>
          <p:cNvPr id="422" name="Google Shape;422;p4"/>
          <p:cNvGrpSpPr/>
          <p:nvPr/>
        </p:nvGrpSpPr>
        <p:grpSpPr>
          <a:xfrm>
            <a:off x="-9533" y="-7"/>
            <a:ext cx="2400327" cy="4724750"/>
            <a:chOff x="177793" y="152400"/>
            <a:chExt cx="2292357" cy="4512224"/>
          </a:xfrm>
        </p:grpSpPr>
        <p:pic>
          <p:nvPicPr>
            <p:cNvPr id="423" name="Google Shape;423;p4"/>
            <p:cNvPicPr preferRelativeResize="0"/>
            <p:nvPr/>
          </p:nvPicPr>
          <p:blipFill rotWithShape="1">
            <a:blip r:embed="rId3">
              <a:alphaModFix/>
            </a:blip>
            <a:srcRect/>
            <a:stretch/>
          </p:blipFill>
          <p:spPr>
            <a:xfrm rot="5400000">
              <a:off x="-668274" y="3042918"/>
              <a:ext cx="2467773" cy="775639"/>
            </a:xfrm>
            <a:prstGeom prst="rect">
              <a:avLst/>
            </a:prstGeom>
            <a:noFill/>
            <a:ln>
              <a:noFill/>
            </a:ln>
          </p:spPr>
        </p:pic>
        <p:pic>
          <p:nvPicPr>
            <p:cNvPr id="424" name="Google Shape;424;p4"/>
            <p:cNvPicPr preferRelativeResize="0"/>
            <p:nvPr/>
          </p:nvPicPr>
          <p:blipFill rotWithShape="1">
            <a:blip r:embed="rId4">
              <a:alphaModFix/>
            </a:blip>
            <a:srcRect l="50000" b="6182"/>
            <a:stretch/>
          </p:blipFill>
          <p:spPr>
            <a:xfrm rot="5400000">
              <a:off x="109262" y="220938"/>
              <a:ext cx="2429426" cy="2292350"/>
            </a:xfrm>
            <a:prstGeom prst="rect">
              <a:avLst/>
            </a:prstGeom>
            <a:noFill/>
            <a:ln>
              <a:noFill/>
            </a:ln>
          </p:spPr>
        </p:pic>
      </p:grpSp>
      <p:grpSp>
        <p:nvGrpSpPr>
          <p:cNvPr id="425" name="Google Shape;425;p4"/>
          <p:cNvGrpSpPr/>
          <p:nvPr/>
        </p:nvGrpSpPr>
        <p:grpSpPr>
          <a:xfrm>
            <a:off x="6528102" y="407029"/>
            <a:ext cx="2854722" cy="5057502"/>
            <a:chOff x="6456869" y="482600"/>
            <a:chExt cx="2726313" cy="4830008"/>
          </a:xfrm>
        </p:grpSpPr>
        <p:grpSp>
          <p:nvGrpSpPr>
            <p:cNvPr id="426" name="Google Shape;426;p4"/>
            <p:cNvGrpSpPr/>
            <p:nvPr/>
          </p:nvGrpSpPr>
          <p:grpSpPr>
            <a:xfrm>
              <a:off x="6673843" y="482600"/>
              <a:ext cx="2292357" cy="4512224"/>
              <a:chOff x="6667493" y="482600"/>
              <a:chExt cx="2292357" cy="4512224"/>
            </a:xfrm>
          </p:grpSpPr>
          <p:pic>
            <p:nvPicPr>
              <p:cNvPr id="427" name="Google Shape;427;p4"/>
              <p:cNvPicPr preferRelativeResize="0"/>
              <p:nvPr/>
            </p:nvPicPr>
            <p:blipFill rotWithShape="1">
              <a:blip r:embed="rId3">
                <a:alphaModFix/>
              </a:blip>
              <a:srcRect/>
              <a:stretch/>
            </p:blipFill>
            <p:spPr>
              <a:xfrm rot="-5400000">
                <a:off x="7338144" y="1328667"/>
                <a:ext cx="2467773" cy="775639"/>
              </a:xfrm>
              <a:prstGeom prst="rect">
                <a:avLst/>
              </a:prstGeom>
              <a:noFill/>
              <a:ln>
                <a:noFill/>
              </a:ln>
            </p:spPr>
          </p:pic>
          <p:pic>
            <p:nvPicPr>
              <p:cNvPr id="428" name="Google Shape;428;p4"/>
              <p:cNvPicPr preferRelativeResize="0"/>
              <p:nvPr/>
            </p:nvPicPr>
            <p:blipFill rotWithShape="1">
              <a:blip r:embed="rId4">
                <a:alphaModFix/>
              </a:blip>
              <a:srcRect l="50000" b="6182"/>
              <a:stretch/>
            </p:blipFill>
            <p:spPr>
              <a:xfrm rot="-5400000">
                <a:off x="6598955" y="2633936"/>
                <a:ext cx="2429426" cy="2292350"/>
              </a:xfrm>
              <a:prstGeom prst="rect">
                <a:avLst/>
              </a:prstGeom>
              <a:noFill/>
              <a:ln>
                <a:noFill/>
              </a:ln>
            </p:spPr>
          </p:pic>
        </p:grpSp>
        <p:pic>
          <p:nvPicPr>
            <p:cNvPr id="429" name="Google Shape;429;p4"/>
            <p:cNvPicPr preferRelativeResize="0"/>
            <p:nvPr/>
          </p:nvPicPr>
          <p:blipFill rotWithShape="1">
            <a:blip r:embed="rId5">
              <a:alphaModFix/>
            </a:blip>
            <a:srcRect/>
            <a:stretch/>
          </p:blipFill>
          <p:spPr>
            <a:xfrm rot="-2700000">
              <a:off x="6586139" y="3255544"/>
              <a:ext cx="2467772" cy="1387816"/>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2800"/>
              <a:buNone/>
            </a:pPr>
            <a:r>
              <a:rPr lang="de" sz="2400">
                <a:solidFill>
                  <a:srgbClr val="000000"/>
                </a:solidFill>
                <a:highlight>
                  <a:srgbClr val="F5F5F5"/>
                </a:highlight>
              </a:rPr>
              <a:t>HOW IT WORKS</a:t>
            </a:r>
            <a:endParaRPr sz="2400"/>
          </a:p>
        </p:txBody>
      </p:sp>
      <p:sp>
        <p:nvSpPr>
          <p:cNvPr id="435" name="Google Shape;435;p6"/>
          <p:cNvSpPr txBox="1">
            <a:spLocks noGrp="1"/>
          </p:cNvSpPr>
          <p:nvPr>
            <p:ph type="subTitle" idx="2"/>
          </p:nvPr>
        </p:nvSpPr>
        <p:spPr>
          <a:xfrm>
            <a:off x="874214" y="1731125"/>
            <a:ext cx="7471800" cy="2104200"/>
          </a:xfrm>
          <a:prstGeom prst="rect">
            <a:avLst/>
          </a:prstGeom>
          <a:noFill/>
          <a:ln>
            <a:noFill/>
          </a:ln>
        </p:spPr>
        <p:txBody>
          <a:bodyPr spcFirstLastPara="1" wrap="square" lIns="91425" tIns="91425" rIns="91425" bIns="91425" anchor="t" anchorCtr="0">
            <a:noAutofit/>
          </a:bodyPr>
          <a:lstStyle/>
          <a:p>
            <a:pPr marL="660400" lvl="0" indent="-323850" algn="l" rtl="0">
              <a:spcBef>
                <a:spcPts val="0"/>
              </a:spcBef>
              <a:spcAft>
                <a:spcPts val="0"/>
              </a:spcAft>
              <a:buClr>
                <a:srgbClr val="000000"/>
              </a:buClr>
              <a:buSzPts val="1500"/>
              <a:buFont typeface="Archivo"/>
              <a:buChar char="●"/>
            </a:pPr>
            <a:r>
              <a:rPr lang="de" sz="1500">
                <a:solidFill>
                  <a:srgbClr val="000000"/>
                </a:solidFill>
                <a:highlight>
                  <a:srgbClr val="F5F5F5"/>
                </a:highlight>
              </a:rPr>
              <a:t>Uses </a:t>
            </a:r>
            <a:r>
              <a:rPr lang="de" sz="1500" b="1">
                <a:solidFill>
                  <a:srgbClr val="000000"/>
                </a:solidFill>
                <a:highlight>
                  <a:srgbClr val="F5F5F5"/>
                </a:highlight>
              </a:rPr>
              <a:t>LCS </a:t>
            </a:r>
            <a:r>
              <a:rPr lang="de" sz="1500">
                <a:solidFill>
                  <a:srgbClr val="000000"/>
                </a:solidFill>
                <a:highlight>
                  <a:srgbClr val="F5F5F5"/>
                </a:highlight>
              </a:rPr>
              <a:t>to detect exact matching word sequences.​</a:t>
            </a:r>
            <a:endParaRPr sz="1500">
              <a:solidFill>
                <a:srgbClr val="000000"/>
              </a:solidFill>
              <a:highlight>
                <a:srgbClr val="F5F5F5"/>
              </a:highlight>
            </a:endParaRPr>
          </a:p>
          <a:p>
            <a:pPr marL="660400" lvl="0" indent="-323850" algn="l" rtl="0">
              <a:spcBef>
                <a:spcPts val="0"/>
              </a:spcBef>
              <a:spcAft>
                <a:spcPts val="0"/>
              </a:spcAft>
              <a:buClr>
                <a:srgbClr val="000000"/>
              </a:buClr>
              <a:buSzPts val="1500"/>
              <a:buFont typeface="Archivo"/>
              <a:buChar char="●"/>
            </a:pPr>
            <a:r>
              <a:rPr lang="de" sz="1500" b="1">
                <a:solidFill>
                  <a:srgbClr val="000000"/>
                </a:solidFill>
                <a:highlight>
                  <a:srgbClr val="F5F5F5"/>
                </a:highlight>
              </a:rPr>
              <a:t>N-Grams </a:t>
            </a:r>
            <a:r>
              <a:rPr lang="de" sz="1500">
                <a:solidFill>
                  <a:srgbClr val="000000"/>
                </a:solidFill>
                <a:highlight>
                  <a:srgbClr val="F5F5F5"/>
                </a:highlight>
              </a:rPr>
              <a:t>(configurable size) capture phrase-level similarities.​</a:t>
            </a:r>
            <a:endParaRPr sz="1500">
              <a:solidFill>
                <a:srgbClr val="000000"/>
              </a:solidFill>
              <a:highlight>
                <a:srgbClr val="F5F5F5"/>
              </a:highlight>
            </a:endParaRPr>
          </a:p>
          <a:p>
            <a:pPr marL="660400" lvl="0" indent="-323850" algn="l" rtl="0">
              <a:spcBef>
                <a:spcPts val="0"/>
              </a:spcBef>
              <a:spcAft>
                <a:spcPts val="0"/>
              </a:spcAft>
              <a:buClr>
                <a:srgbClr val="000000"/>
              </a:buClr>
              <a:buSzPts val="1500"/>
              <a:buFont typeface="Archivo"/>
              <a:buChar char="●"/>
            </a:pPr>
            <a:r>
              <a:rPr lang="de" sz="1500">
                <a:solidFill>
                  <a:srgbClr val="000000"/>
                </a:solidFill>
                <a:highlight>
                  <a:srgbClr val="F5F5F5"/>
                </a:highlight>
              </a:rPr>
              <a:t>Word frequency overlap reveals suspicious repeated content.​</a:t>
            </a:r>
            <a:endParaRPr sz="1500">
              <a:solidFill>
                <a:srgbClr val="000000"/>
              </a:solidFill>
              <a:highlight>
                <a:srgbClr val="F5F5F5"/>
              </a:highlight>
            </a:endParaRPr>
          </a:p>
          <a:p>
            <a:pPr marL="660400" lvl="0" indent="-323850" algn="l" rtl="0">
              <a:spcBef>
                <a:spcPts val="0"/>
              </a:spcBef>
              <a:spcAft>
                <a:spcPts val="0"/>
              </a:spcAft>
              <a:buClr>
                <a:srgbClr val="000000"/>
              </a:buClr>
              <a:buSzPts val="1500"/>
              <a:buFont typeface="Archivo"/>
              <a:buChar char="●"/>
            </a:pPr>
            <a:r>
              <a:rPr lang="de" sz="1500" b="1">
                <a:solidFill>
                  <a:srgbClr val="000000"/>
                </a:solidFill>
                <a:highlight>
                  <a:srgbClr val="F5F5F5"/>
                </a:highlight>
              </a:rPr>
              <a:t>Synonym dictionary </a:t>
            </a:r>
            <a:r>
              <a:rPr lang="de" sz="1500">
                <a:solidFill>
                  <a:srgbClr val="000000"/>
                </a:solidFill>
                <a:highlight>
                  <a:srgbClr val="F5F5F5"/>
                </a:highlight>
              </a:rPr>
              <a:t>offers suggestions for rewriting plagiarized content.​</a:t>
            </a:r>
            <a:endParaRPr sz="1500">
              <a:solidFill>
                <a:srgbClr val="000000"/>
              </a:solidFill>
              <a:highlight>
                <a:srgbClr val="F5F5F5"/>
              </a:highlight>
            </a:endParaRPr>
          </a:p>
          <a:p>
            <a:pPr marL="660400" lvl="0" indent="-323850" algn="l" rtl="0">
              <a:spcBef>
                <a:spcPts val="0"/>
              </a:spcBef>
              <a:spcAft>
                <a:spcPts val="0"/>
              </a:spcAft>
              <a:buClr>
                <a:srgbClr val="000000"/>
              </a:buClr>
              <a:buSzPts val="1500"/>
              <a:buFont typeface="Archivo"/>
              <a:buChar char="●"/>
            </a:pPr>
            <a:r>
              <a:rPr lang="de" sz="1500">
                <a:solidFill>
                  <a:srgbClr val="000000"/>
                </a:solidFill>
                <a:highlight>
                  <a:srgbClr val="F5F5F5"/>
                </a:highlight>
              </a:rPr>
              <a:t>Handles </a:t>
            </a:r>
            <a:r>
              <a:rPr lang="de" sz="1500" b="1">
                <a:solidFill>
                  <a:srgbClr val="000000"/>
                </a:solidFill>
                <a:highlight>
                  <a:srgbClr val="F5F5F5"/>
                </a:highlight>
              </a:rPr>
              <a:t>case-insensitive comparison </a:t>
            </a:r>
            <a:r>
              <a:rPr lang="de" sz="1500">
                <a:solidFill>
                  <a:srgbClr val="000000"/>
                </a:solidFill>
                <a:highlight>
                  <a:srgbClr val="F5F5F5"/>
                </a:highlight>
              </a:rPr>
              <a:t>and </a:t>
            </a:r>
            <a:r>
              <a:rPr lang="de" sz="1500" b="1">
                <a:solidFill>
                  <a:srgbClr val="000000"/>
                </a:solidFill>
                <a:highlight>
                  <a:srgbClr val="F5F5F5"/>
                </a:highlight>
              </a:rPr>
              <a:t>punctuation </a:t>
            </a:r>
            <a:r>
              <a:rPr lang="de" sz="1500">
                <a:solidFill>
                  <a:srgbClr val="000000"/>
                </a:solidFill>
                <a:highlight>
                  <a:srgbClr val="F5F5F5"/>
                </a:highlight>
              </a:rPr>
              <a:t>cleaning.</a:t>
            </a:r>
            <a:endParaRPr sz="1500">
              <a:solidFill>
                <a:srgbClr val="000000"/>
              </a:solidFill>
              <a:highlight>
                <a:srgbClr val="F5F5F5"/>
              </a:highlight>
            </a:endParaRPr>
          </a:p>
          <a:p>
            <a:pPr marL="0" lvl="0" indent="0" algn="l" rtl="0">
              <a:lnSpc>
                <a:spcPct val="115000"/>
              </a:lnSpc>
              <a:spcBef>
                <a:spcPts val="0"/>
              </a:spcBef>
              <a:spcAft>
                <a:spcPts val="0"/>
              </a:spcAft>
              <a:buSzPts val="1400"/>
              <a:buNone/>
            </a:pP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5"/>
          <p:cNvSpPr txBox="1">
            <a:spLocks noGrp="1"/>
          </p:cNvSpPr>
          <p:nvPr>
            <p:ph type="title"/>
          </p:nvPr>
        </p:nvSpPr>
        <p:spPr>
          <a:xfrm>
            <a:off x="1902336" y="2352475"/>
            <a:ext cx="5067600" cy="1047000"/>
          </a:xfrm>
          <a:prstGeom prst="rect">
            <a:avLst/>
          </a:prstGeom>
          <a:solidFill>
            <a:schemeClr val="lt1"/>
          </a:solidFill>
          <a:ln>
            <a:noFill/>
          </a:ln>
        </p:spPr>
        <p:txBody>
          <a:bodyPr spcFirstLastPara="1" wrap="square" lIns="91425" tIns="91425" rIns="91425" bIns="91425" anchor="b" anchorCtr="0">
            <a:noAutofit/>
          </a:bodyPr>
          <a:lstStyle/>
          <a:p>
            <a:pPr marL="0" lvl="0" indent="0" algn="l" rtl="0">
              <a:spcBef>
                <a:spcPts val="0"/>
              </a:spcBef>
              <a:spcAft>
                <a:spcPts val="0"/>
              </a:spcAft>
              <a:buSzPts val="2400"/>
              <a:buNone/>
            </a:pPr>
            <a:r>
              <a:rPr lang="de" sz="4000"/>
              <a:t>DATA STRUCTURES</a:t>
            </a:r>
            <a:endParaRPr sz="4000"/>
          </a:p>
        </p:txBody>
      </p:sp>
      <p:sp>
        <p:nvSpPr>
          <p:cNvPr id="441" name="Google Shape;441;p5"/>
          <p:cNvSpPr txBox="1">
            <a:spLocks noGrp="1"/>
          </p:cNvSpPr>
          <p:nvPr>
            <p:ph type="title" idx="2"/>
          </p:nvPr>
        </p:nvSpPr>
        <p:spPr>
          <a:xfrm>
            <a:off x="2042402" y="1436575"/>
            <a:ext cx="1995000" cy="9159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0" anchor="ctr" anchorCtr="0">
            <a:noAutofit/>
          </a:bodyPr>
          <a:lstStyle/>
          <a:p>
            <a:pPr marL="0" lvl="0" indent="0" algn="ctr" rtl="0">
              <a:lnSpc>
                <a:spcPct val="115000"/>
              </a:lnSpc>
              <a:spcBef>
                <a:spcPts val="0"/>
              </a:spcBef>
              <a:spcAft>
                <a:spcPts val="0"/>
              </a:spcAft>
              <a:buSzPts val="6000"/>
              <a:buNone/>
            </a:pPr>
            <a:r>
              <a:rPr lang="de"/>
              <a:t>02</a:t>
            </a:r>
            <a:endParaRPr/>
          </a:p>
        </p:txBody>
      </p:sp>
      <p:pic>
        <p:nvPicPr>
          <p:cNvPr id="442" name="Google Shape;442;p5"/>
          <p:cNvPicPr preferRelativeResize="0"/>
          <p:nvPr/>
        </p:nvPicPr>
        <p:blipFill rotWithShape="1">
          <a:blip r:embed="rId3">
            <a:alphaModFix/>
          </a:blip>
          <a:srcRect t="19097" r="5042" b="2954"/>
          <a:stretch/>
        </p:blipFill>
        <p:spPr>
          <a:xfrm flipH="1">
            <a:off x="4037238" y="1481775"/>
            <a:ext cx="3716124" cy="958850"/>
          </a:xfrm>
          <a:prstGeom prst="rect">
            <a:avLst/>
          </a:prstGeom>
          <a:noFill/>
          <a:ln>
            <a:noFill/>
          </a:ln>
        </p:spPr>
      </p:pic>
      <p:grpSp>
        <p:nvGrpSpPr>
          <p:cNvPr id="443" name="Google Shape;443;p5"/>
          <p:cNvGrpSpPr/>
          <p:nvPr/>
        </p:nvGrpSpPr>
        <p:grpSpPr>
          <a:xfrm>
            <a:off x="8400" y="69700"/>
            <a:ext cx="9135602" cy="5004101"/>
            <a:chOff x="8400" y="69700"/>
            <a:chExt cx="9135602" cy="5004101"/>
          </a:xfrm>
        </p:grpSpPr>
        <p:pic>
          <p:nvPicPr>
            <p:cNvPr id="444" name="Google Shape;444;p5"/>
            <p:cNvPicPr preferRelativeResize="0"/>
            <p:nvPr/>
          </p:nvPicPr>
          <p:blipFill rotWithShape="1">
            <a:blip r:embed="rId4">
              <a:alphaModFix/>
            </a:blip>
            <a:srcRect t="1400" r="83035" b="-1399"/>
            <a:stretch/>
          </p:blipFill>
          <p:spPr>
            <a:xfrm>
              <a:off x="8010525" y="69700"/>
              <a:ext cx="1133476" cy="5004101"/>
            </a:xfrm>
            <a:prstGeom prst="rect">
              <a:avLst/>
            </a:prstGeom>
            <a:noFill/>
            <a:ln>
              <a:noFill/>
            </a:ln>
          </p:spPr>
        </p:pic>
        <p:pic>
          <p:nvPicPr>
            <p:cNvPr id="445" name="Google Shape;445;p5"/>
            <p:cNvPicPr preferRelativeResize="0"/>
            <p:nvPr/>
          </p:nvPicPr>
          <p:blipFill rotWithShape="1">
            <a:blip r:embed="rId4">
              <a:alphaModFix/>
            </a:blip>
            <a:srcRect t="1400" r="83035" b="-1399"/>
            <a:stretch/>
          </p:blipFill>
          <p:spPr>
            <a:xfrm rot="10800000">
              <a:off x="8400" y="69700"/>
              <a:ext cx="1133476" cy="5004101"/>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g34ac3a79713_2_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400"/>
              <a:buFont typeface="Arial"/>
              <a:buNone/>
            </a:pPr>
            <a:r>
              <a:rPr lang="de" sz="4000"/>
              <a:t>DATA STRUCTURES</a:t>
            </a:r>
            <a:endParaRPr sz="4000"/>
          </a:p>
          <a:p>
            <a:pPr marL="0" lvl="0" indent="0" algn="l" rtl="0">
              <a:lnSpc>
                <a:spcPct val="115000"/>
              </a:lnSpc>
              <a:spcBef>
                <a:spcPts val="0"/>
              </a:spcBef>
              <a:spcAft>
                <a:spcPts val="0"/>
              </a:spcAft>
              <a:buSzPts val="2800"/>
              <a:buNone/>
            </a:pPr>
            <a:endParaRPr/>
          </a:p>
        </p:txBody>
      </p:sp>
      <p:sp>
        <p:nvSpPr>
          <p:cNvPr id="451" name="Google Shape;451;g34ac3a79713_2_1"/>
          <p:cNvSpPr txBox="1">
            <a:spLocks noGrp="1"/>
          </p:cNvSpPr>
          <p:nvPr>
            <p:ph type="subTitle" idx="2"/>
          </p:nvPr>
        </p:nvSpPr>
        <p:spPr>
          <a:xfrm>
            <a:off x="592100" y="1360400"/>
            <a:ext cx="7831800" cy="2104200"/>
          </a:xfrm>
          <a:prstGeom prst="rect">
            <a:avLst/>
          </a:prstGeom>
          <a:noFill/>
          <a:ln>
            <a:noFill/>
          </a:ln>
        </p:spPr>
        <p:txBody>
          <a:bodyPr spcFirstLastPara="1" wrap="square" lIns="91425" tIns="91425" rIns="91425" bIns="91425" anchor="t" anchorCtr="0">
            <a:noAutofit/>
          </a:bodyPr>
          <a:lstStyle/>
          <a:p>
            <a:pPr marL="660400" lvl="0" indent="-342900" algn="l" rtl="0">
              <a:spcBef>
                <a:spcPts val="0"/>
              </a:spcBef>
              <a:spcAft>
                <a:spcPts val="0"/>
              </a:spcAft>
              <a:buClr>
                <a:srgbClr val="000000"/>
              </a:buClr>
              <a:buSzPts val="1800"/>
              <a:buFont typeface="Archivo"/>
              <a:buChar char="●"/>
            </a:pPr>
            <a:r>
              <a:rPr lang="de" sz="1800" b="1">
                <a:solidFill>
                  <a:srgbClr val="000000"/>
                </a:solidFill>
                <a:highlight>
                  <a:srgbClr val="F5F5F5"/>
                </a:highlight>
              </a:rPr>
              <a:t>vector&lt;string&gt;</a:t>
            </a:r>
            <a:r>
              <a:rPr lang="de" sz="1800">
                <a:solidFill>
                  <a:srgbClr val="000000"/>
                </a:solidFill>
                <a:highlight>
                  <a:srgbClr val="F5F5F5"/>
                </a:highlight>
              </a:rPr>
              <a:t>: Token storage, LCS, N-Grams, synonym lists.​</a:t>
            </a:r>
            <a:endParaRPr sz="1800">
              <a:solidFill>
                <a:srgbClr val="000000"/>
              </a:solidFill>
              <a:highlight>
                <a:srgbClr val="F5F5F5"/>
              </a:highlight>
            </a:endParaRPr>
          </a:p>
          <a:p>
            <a:pPr marL="660400" lvl="0" indent="-342900" algn="l" rtl="0">
              <a:spcBef>
                <a:spcPts val="0"/>
              </a:spcBef>
              <a:spcAft>
                <a:spcPts val="0"/>
              </a:spcAft>
              <a:buClr>
                <a:srgbClr val="000000"/>
              </a:buClr>
              <a:buSzPts val="1800"/>
              <a:buFont typeface="Archivo"/>
              <a:buChar char="●"/>
            </a:pPr>
            <a:r>
              <a:rPr lang="de" sz="1800" b="1">
                <a:solidFill>
                  <a:srgbClr val="000000"/>
                </a:solidFill>
                <a:highlight>
                  <a:srgbClr val="F5F5F5"/>
                </a:highlight>
              </a:rPr>
              <a:t>string: </a:t>
            </a:r>
            <a:r>
              <a:rPr lang="de" sz="1800">
                <a:solidFill>
                  <a:srgbClr val="000000"/>
                </a:solidFill>
                <a:highlight>
                  <a:srgbClr val="F5F5F5"/>
                </a:highlight>
              </a:rPr>
              <a:t>Handles text input, tokens, and phrases.​</a:t>
            </a:r>
            <a:endParaRPr sz="1800">
              <a:solidFill>
                <a:srgbClr val="000000"/>
              </a:solidFill>
              <a:highlight>
                <a:srgbClr val="F5F5F5"/>
              </a:highlight>
            </a:endParaRPr>
          </a:p>
          <a:p>
            <a:pPr marL="660400" lvl="0" indent="-342900" algn="l" rtl="0">
              <a:spcBef>
                <a:spcPts val="0"/>
              </a:spcBef>
              <a:spcAft>
                <a:spcPts val="0"/>
              </a:spcAft>
              <a:buClr>
                <a:srgbClr val="000000"/>
              </a:buClr>
              <a:buSzPts val="1800"/>
              <a:buFont typeface="Archivo"/>
              <a:buChar char="●"/>
            </a:pPr>
            <a:r>
              <a:rPr lang="de" sz="1800" b="1">
                <a:solidFill>
                  <a:srgbClr val="000000"/>
                </a:solidFill>
                <a:highlight>
                  <a:srgbClr val="F5F5F5"/>
                </a:highlight>
              </a:rPr>
              <a:t>unordered_set&lt;string&gt;: </a:t>
            </a:r>
            <a:r>
              <a:rPr lang="de" sz="1800">
                <a:solidFill>
                  <a:srgbClr val="000000"/>
                </a:solidFill>
                <a:highlight>
                  <a:srgbClr val="F5F5F5"/>
                </a:highlight>
              </a:rPr>
              <a:t>Fast n-gram lookup and duplication check.​</a:t>
            </a:r>
            <a:endParaRPr sz="1800">
              <a:solidFill>
                <a:srgbClr val="000000"/>
              </a:solidFill>
              <a:highlight>
                <a:srgbClr val="F5F5F5"/>
              </a:highlight>
            </a:endParaRPr>
          </a:p>
          <a:p>
            <a:pPr marL="660400" lvl="0" indent="-342900" algn="l" rtl="0">
              <a:spcBef>
                <a:spcPts val="0"/>
              </a:spcBef>
              <a:spcAft>
                <a:spcPts val="0"/>
              </a:spcAft>
              <a:buClr>
                <a:srgbClr val="000000"/>
              </a:buClr>
              <a:buSzPts val="1800"/>
              <a:buFont typeface="Archivo"/>
              <a:buChar char="●"/>
            </a:pPr>
            <a:r>
              <a:rPr lang="de" sz="1800" b="1">
                <a:solidFill>
                  <a:srgbClr val="000000"/>
                </a:solidFill>
                <a:highlight>
                  <a:srgbClr val="F5F5F5"/>
                </a:highlight>
              </a:rPr>
              <a:t>unordered_map&lt;string, vector&lt;string&gt;&gt;: </a:t>
            </a:r>
            <a:r>
              <a:rPr lang="de" sz="1800">
                <a:solidFill>
                  <a:srgbClr val="000000"/>
                </a:solidFill>
                <a:highlight>
                  <a:srgbClr val="F5F5F5"/>
                </a:highlight>
              </a:rPr>
              <a:t>Synonym dictionary.​</a:t>
            </a:r>
            <a:endParaRPr sz="1800">
              <a:solidFill>
                <a:srgbClr val="000000"/>
              </a:solidFill>
              <a:highlight>
                <a:srgbClr val="F5F5F5"/>
              </a:highlight>
            </a:endParaRPr>
          </a:p>
          <a:p>
            <a:pPr marL="660400" lvl="0" indent="-342900" algn="l" rtl="0">
              <a:spcBef>
                <a:spcPts val="0"/>
              </a:spcBef>
              <a:spcAft>
                <a:spcPts val="0"/>
              </a:spcAft>
              <a:buClr>
                <a:srgbClr val="000000"/>
              </a:buClr>
              <a:buSzPts val="1800"/>
              <a:buFont typeface="Archivo"/>
              <a:buChar char="●"/>
            </a:pPr>
            <a:r>
              <a:rPr lang="de" sz="1800" b="1">
                <a:solidFill>
                  <a:srgbClr val="000000"/>
                </a:solidFill>
                <a:highlight>
                  <a:srgbClr val="F5F5F5"/>
                </a:highlight>
              </a:rPr>
              <a:t>unordered_map&lt;string, int&gt;: </a:t>
            </a:r>
            <a:r>
              <a:rPr lang="de" sz="1800">
                <a:solidFill>
                  <a:srgbClr val="000000"/>
                </a:solidFill>
                <a:highlight>
                  <a:srgbClr val="F5F5F5"/>
                </a:highlight>
              </a:rPr>
              <a:t>Frequency counter for words.​</a:t>
            </a:r>
            <a:endParaRPr sz="1800">
              <a:solidFill>
                <a:srgbClr val="000000"/>
              </a:solidFill>
              <a:highlight>
                <a:srgbClr val="F5F5F5"/>
              </a:highlight>
            </a:endParaRPr>
          </a:p>
          <a:p>
            <a:pPr marL="660400" lvl="0" indent="-342900" algn="l" rtl="0">
              <a:spcBef>
                <a:spcPts val="0"/>
              </a:spcBef>
              <a:spcAft>
                <a:spcPts val="0"/>
              </a:spcAft>
              <a:buClr>
                <a:srgbClr val="000000"/>
              </a:buClr>
              <a:buSzPts val="1800"/>
              <a:buFont typeface="Archivo"/>
              <a:buChar char="●"/>
            </a:pPr>
            <a:r>
              <a:rPr lang="de" sz="1800" b="1">
                <a:solidFill>
                  <a:srgbClr val="000000"/>
                </a:solidFill>
                <a:highlight>
                  <a:srgbClr val="F5F5F5"/>
                </a:highlight>
              </a:rPr>
              <a:t>unordered_map&lt;string, string&gt;: </a:t>
            </a:r>
            <a:r>
              <a:rPr lang="de" sz="1800">
                <a:solidFill>
                  <a:srgbClr val="000000"/>
                </a:solidFill>
                <a:highlight>
                  <a:srgbClr val="F5F5F5"/>
                </a:highlight>
              </a:rPr>
              <a:t>Maintains original casing of repeated words.​</a:t>
            </a:r>
            <a:endParaRPr sz="1800">
              <a:solidFill>
                <a:srgbClr val="000000"/>
              </a:solidFill>
              <a:highlight>
                <a:srgbClr val="F5F5F5"/>
              </a:highlight>
            </a:endParaRPr>
          </a:p>
          <a:p>
            <a:pPr marL="660400" lvl="0" indent="-342900" algn="l" rtl="0">
              <a:spcBef>
                <a:spcPts val="0"/>
              </a:spcBef>
              <a:spcAft>
                <a:spcPts val="0"/>
              </a:spcAft>
              <a:buClr>
                <a:srgbClr val="000000"/>
              </a:buClr>
              <a:buSzPts val="1800"/>
              <a:buFont typeface="Archivo"/>
              <a:buChar char="●"/>
            </a:pPr>
            <a:r>
              <a:rPr lang="de" sz="1800" b="1">
                <a:solidFill>
                  <a:srgbClr val="000000"/>
                </a:solidFill>
                <a:highlight>
                  <a:srgbClr val="F5F5F5"/>
                </a:highlight>
              </a:rPr>
              <a:t>pair&lt;string, int&gt;: </a:t>
            </a:r>
            <a:r>
              <a:rPr lang="de" sz="1800">
                <a:solidFill>
                  <a:srgbClr val="000000"/>
                </a:solidFill>
                <a:highlight>
                  <a:srgbClr val="F5F5F5"/>
                </a:highlight>
              </a:rPr>
              <a:t>Frequency sorting with associated words.</a:t>
            </a:r>
            <a:endParaRPr sz="1800">
              <a:solidFill>
                <a:srgbClr val="000000"/>
              </a:solidFill>
              <a:highlight>
                <a:srgbClr val="F5F5F5"/>
              </a:highlight>
            </a:endParaRPr>
          </a:p>
          <a:p>
            <a:pPr marL="0" lvl="0" indent="0" algn="l" rtl="0">
              <a:lnSpc>
                <a:spcPct val="115000"/>
              </a:lnSpc>
              <a:spcBef>
                <a:spcPts val="0"/>
              </a:spcBef>
              <a:spcAft>
                <a:spcPts val="0"/>
              </a:spcAft>
              <a:buSzPts val="1400"/>
              <a:buNone/>
            </a:pP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g34ac3a79713_2_13"/>
          <p:cNvSpPr txBox="1">
            <a:spLocks noGrp="1"/>
          </p:cNvSpPr>
          <p:nvPr>
            <p:ph type="title"/>
          </p:nvPr>
        </p:nvSpPr>
        <p:spPr>
          <a:xfrm>
            <a:off x="1902336" y="2352475"/>
            <a:ext cx="5067600" cy="1047000"/>
          </a:xfrm>
          <a:prstGeom prst="rect">
            <a:avLst/>
          </a:prstGeom>
          <a:solidFill>
            <a:schemeClr val="lt1"/>
          </a:solidFill>
          <a:ln>
            <a:noFill/>
          </a:ln>
        </p:spPr>
        <p:txBody>
          <a:bodyPr spcFirstLastPara="1" wrap="square" lIns="91425" tIns="91425" rIns="91425" bIns="91425" anchor="b" anchorCtr="0">
            <a:noAutofit/>
          </a:bodyPr>
          <a:lstStyle/>
          <a:p>
            <a:pPr marL="0" lvl="0" indent="0" algn="l" rtl="0">
              <a:spcBef>
                <a:spcPts val="0"/>
              </a:spcBef>
              <a:spcAft>
                <a:spcPts val="0"/>
              </a:spcAft>
              <a:buSzPts val="2400"/>
              <a:buNone/>
            </a:pPr>
            <a:r>
              <a:rPr lang="de" sz="4000"/>
              <a:t>ALGORITHMS</a:t>
            </a:r>
            <a:endParaRPr sz="4000"/>
          </a:p>
        </p:txBody>
      </p:sp>
      <p:sp>
        <p:nvSpPr>
          <p:cNvPr id="457" name="Google Shape;457;g34ac3a79713_2_13"/>
          <p:cNvSpPr txBox="1">
            <a:spLocks noGrp="1"/>
          </p:cNvSpPr>
          <p:nvPr>
            <p:ph type="title" idx="2"/>
          </p:nvPr>
        </p:nvSpPr>
        <p:spPr>
          <a:xfrm>
            <a:off x="2042402" y="1436575"/>
            <a:ext cx="1995000" cy="9159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0" anchor="ctr" anchorCtr="0">
            <a:noAutofit/>
          </a:bodyPr>
          <a:lstStyle/>
          <a:p>
            <a:pPr marL="0" lvl="0" indent="0" algn="ctr" rtl="0">
              <a:lnSpc>
                <a:spcPct val="115000"/>
              </a:lnSpc>
              <a:spcBef>
                <a:spcPts val="0"/>
              </a:spcBef>
              <a:spcAft>
                <a:spcPts val="0"/>
              </a:spcAft>
              <a:buSzPts val="6000"/>
              <a:buNone/>
            </a:pPr>
            <a:r>
              <a:rPr lang="de"/>
              <a:t>03</a:t>
            </a:r>
            <a:endParaRPr/>
          </a:p>
        </p:txBody>
      </p:sp>
      <p:pic>
        <p:nvPicPr>
          <p:cNvPr id="458" name="Google Shape;458;g34ac3a79713_2_13"/>
          <p:cNvPicPr preferRelativeResize="0"/>
          <p:nvPr/>
        </p:nvPicPr>
        <p:blipFill rotWithShape="1">
          <a:blip r:embed="rId3">
            <a:alphaModFix/>
          </a:blip>
          <a:srcRect t="19097" r="5042" b="2954"/>
          <a:stretch/>
        </p:blipFill>
        <p:spPr>
          <a:xfrm flipH="1">
            <a:off x="4037238" y="1481775"/>
            <a:ext cx="3716124" cy="958850"/>
          </a:xfrm>
          <a:prstGeom prst="rect">
            <a:avLst/>
          </a:prstGeom>
          <a:noFill/>
          <a:ln>
            <a:noFill/>
          </a:ln>
        </p:spPr>
      </p:pic>
      <p:grpSp>
        <p:nvGrpSpPr>
          <p:cNvPr id="459" name="Google Shape;459;g34ac3a79713_2_13"/>
          <p:cNvGrpSpPr/>
          <p:nvPr/>
        </p:nvGrpSpPr>
        <p:grpSpPr>
          <a:xfrm>
            <a:off x="8400" y="69700"/>
            <a:ext cx="9135602" cy="5004101"/>
            <a:chOff x="8400" y="69700"/>
            <a:chExt cx="9135602" cy="5004101"/>
          </a:xfrm>
        </p:grpSpPr>
        <p:pic>
          <p:nvPicPr>
            <p:cNvPr id="460" name="Google Shape;460;g34ac3a79713_2_13"/>
            <p:cNvPicPr preferRelativeResize="0"/>
            <p:nvPr/>
          </p:nvPicPr>
          <p:blipFill rotWithShape="1">
            <a:blip r:embed="rId4">
              <a:alphaModFix/>
            </a:blip>
            <a:srcRect t="1400" r="83035" b="-1399"/>
            <a:stretch/>
          </p:blipFill>
          <p:spPr>
            <a:xfrm>
              <a:off x="8010525" y="69700"/>
              <a:ext cx="1133476" cy="5004101"/>
            </a:xfrm>
            <a:prstGeom prst="rect">
              <a:avLst/>
            </a:prstGeom>
            <a:noFill/>
            <a:ln>
              <a:noFill/>
            </a:ln>
          </p:spPr>
        </p:pic>
        <p:pic>
          <p:nvPicPr>
            <p:cNvPr id="461" name="Google Shape;461;g34ac3a79713_2_13"/>
            <p:cNvPicPr preferRelativeResize="0"/>
            <p:nvPr/>
          </p:nvPicPr>
          <p:blipFill rotWithShape="1">
            <a:blip r:embed="rId4">
              <a:alphaModFix/>
            </a:blip>
            <a:srcRect t="1400" r="83035" b="-1399"/>
            <a:stretch/>
          </p:blipFill>
          <p:spPr>
            <a:xfrm rot="10800000">
              <a:off x="8400" y="69700"/>
              <a:ext cx="1133476" cy="5004101"/>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2800"/>
              <a:buNone/>
            </a:pPr>
            <a:r>
              <a:rPr lang="de"/>
              <a:t>ALGORITHMS USED</a:t>
            </a:r>
            <a:endParaRPr/>
          </a:p>
        </p:txBody>
      </p:sp>
      <p:sp>
        <p:nvSpPr>
          <p:cNvPr id="467" name="Google Shape;467;p9"/>
          <p:cNvSpPr txBox="1">
            <a:spLocks noGrp="1"/>
          </p:cNvSpPr>
          <p:nvPr>
            <p:ph type="subTitle" idx="4"/>
          </p:nvPr>
        </p:nvSpPr>
        <p:spPr>
          <a:xfrm>
            <a:off x="720000" y="2199800"/>
            <a:ext cx="2868600" cy="6990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de"/>
              <a:t>N-GRAMS + </a:t>
            </a:r>
            <a:endParaRPr/>
          </a:p>
          <a:p>
            <a:pPr marL="0" lvl="0" indent="0" algn="l" rtl="0">
              <a:lnSpc>
                <a:spcPct val="115000"/>
              </a:lnSpc>
              <a:spcBef>
                <a:spcPts val="0"/>
              </a:spcBef>
              <a:spcAft>
                <a:spcPts val="0"/>
              </a:spcAft>
              <a:buSzPts val="2400"/>
              <a:buNone/>
            </a:pPr>
            <a:r>
              <a:rPr lang="de"/>
              <a:t>MERGESORT    </a:t>
            </a:r>
            <a:endParaRPr/>
          </a:p>
        </p:txBody>
      </p:sp>
      <p:sp>
        <p:nvSpPr>
          <p:cNvPr id="468" name="Google Shape;468;p9"/>
          <p:cNvSpPr txBox="1">
            <a:spLocks noGrp="1"/>
          </p:cNvSpPr>
          <p:nvPr>
            <p:ph type="subTitle" idx="5"/>
          </p:nvPr>
        </p:nvSpPr>
        <p:spPr>
          <a:xfrm>
            <a:off x="3588651" y="2199800"/>
            <a:ext cx="1979400" cy="4116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de"/>
              <a:t>LCS(DP)</a:t>
            </a:r>
            <a:endParaRPr/>
          </a:p>
        </p:txBody>
      </p:sp>
      <p:sp>
        <p:nvSpPr>
          <p:cNvPr id="469" name="Google Shape;469;p9"/>
          <p:cNvSpPr txBox="1">
            <a:spLocks noGrp="1"/>
          </p:cNvSpPr>
          <p:nvPr>
            <p:ph type="subTitle" idx="1"/>
          </p:nvPr>
        </p:nvSpPr>
        <p:spPr>
          <a:xfrm>
            <a:off x="732700" y="2795101"/>
            <a:ext cx="1979400" cy="101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de" sz="1800">
                <a:solidFill>
                  <a:srgbClr val="000000"/>
                </a:solidFill>
                <a:latin typeface="Calibri"/>
                <a:ea typeface="Calibri"/>
                <a:cs typeface="Calibri"/>
                <a:sym typeface="Calibri"/>
              </a:rPr>
              <a:t>Detects and sorts matching phrases.</a:t>
            </a:r>
            <a:endParaRPr sz="1800" b="1"/>
          </a:p>
        </p:txBody>
      </p:sp>
      <p:sp>
        <p:nvSpPr>
          <p:cNvPr id="470" name="Google Shape;470;p9"/>
          <p:cNvSpPr txBox="1">
            <a:spLocks noGrp="1"/>
          </p:cNvSpPr>
          <p:nvPr>
            <p:ph type="subTitle" idx="2"/>
          </p:nvPr>
        </p:nvSpPr>
        <p:spPr>
          <a:xfrm>
            <a:off x="3588648" y="2535201"/>
            <a:ext cx="1979400" cy="1015500"/>
          </a:xfrm>
          <a:prstGeom prst="rect">
            <a:avLst/>
          </a:prstGeom>
          <a:noFill/>
          <a:ln>
            <a:noFill/>
          </a:ln>
        </p:spPr>
        <p:txBody>
          <a:bodyPr spcFirstLastPara="1" wrap="square" lIns="91425" tIns="91425" rIns="91425" bIns="91425" anchor="t" anchorCtr="0">
            <a:noAutofit/>
          </a:bodyPr>
          <a:lstStyle/>
          <a:p>
            <a:pPr marL="0" lvl="0" indent="0" algn="l" rtl="0">
              <a:spcBef>
                <a:spcPts val="800"/>
              </a:spcBef>
              <a:spcAft>
                <a:spcPts val="0"/>
              </a:spcAft>
              <a:buNone/>
            </a:pPr>
            <a:r>
              <a:rPr lang="de" sz="1800">
                <a:solidFill>
                  <a:srgbClr val="000000"/>
                </a:solidFill>
                <a:latin typeface="Calibri"/>
                <a:ea typeface="Calibri"/>
                <a:cs typeface="Calibri"/>
                <a:sym typeface="Calibri"/>
              </a:rPr>
              <a:t>Matches exact sequences.</a:t>
            </a:r>
            <a:endParaRPr sz="1800">
              <a:solidFill>
                <a:srgbClr val="000000"/>
              </a:solidFill>
              <a:latin typeface="Calibri"/>
              <a:ea typeface="Calibri"/>
              <a:cs typeface="Calibri"/>
              <a:sym typeface="Calibri"/>
            </a:endParaRPr>
          </a:p>
          <a:p>
            <a:pPr marL="0" lvl="0" indent="0" algn="l" rtl="0">
              <a:lnSpc>
                <a:spcPct val="115000"/>
              </a:lnSpc>
              <a:spcBef>
                <a:spcPts val="0"/>
              </a:spcBef>
              <a:spcAft>
                <a:spcPts val="0"/>
              </a:spcAft>
              <a:buSzPts val="1400"/>
              <a:buNone/>
            </a:pPr>
            <a:endParaRPr sz="1800"/>
          </a:p>
        </p:txBody>
      </p:sp>
      <p:sp>
        <p:nvSpPr>
          <p:cNvPr id="471" name="Google Shape;471;p9"/>
          <p:cNvSpPr txBox="1">
            <a:spLocks noGrp="1"/>
          </p:cNvSpPr>
          <p:nvPr>
            <p:ph type="subTitle" idx="3"/>
          </p:nvPr>
        </p:nvSpPr>
        <p:spPr>
          <a:xfrm>
            <a:off x="6443575" y="2702424"/>
            <a:ext cx="1979400" cy="1614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de" sz="1800">
                <a:solidFill>
                  <a:srgbClr val="000000"/>
                </a:solidFill>
                <a:latin typeface="Calibri"/>
                <a:ea typeface="Calibri"/>
                <a:cs typeface="Calibri"/>
                <a:sym typeface="Calibri"/>
              </a:rPr>
              <a:t>Recommends alternative phrases based on frequency.</a:t>
            </a:r>
            <a:endParaRPr sz="1800"/>
          </a:p>
        </p:txBody>
      </p:sp>
      <p:sp>
        <p:nvSpPr>
          <p:cNvPr id="472" name="Google Shape;472;p9"/>
          <p:cNvSpPr txBox="1">
            <a:spLocks noGrp="1"/>
          </p:cNvSpPr>
          <p:nvPr>
            <p:ph type="subTitle" idx="6"/>
          </p:nvPr>
        </p:nvSpPr>
        <p:spPr>
          <a:xfrm>
            <a:off x="6444600" y="2442150"/>
            <a:ext cx="2245800" cy="4116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de"/>
              <a:t>GREEDY SYNONYMS SUGGESTION</a:t>
            </a:r>
            <a:endParaRPr/>
          </a:p>
        </p:txBody>
      </p:sp>
      <p:sp>
        <p:nvSpPr>
          <p:cNvPr id="473" name="Google Shape;473;p9"/>
          <p:cNvSpPr/>
          <p:nvPr/>
        </p:nvSpPr>
        <p:spPr>
          <a:xfrm>
            <a:off x="3690249" y="1765427"/>
            <a:ext cx="281667" cy="281972"/>
          </a:xfrm>
          <a:custGeom>
            <a:avLst/>
            <a:gdLst/>
            <a:ahLst/>
            <a:cxnLst/>
            <a:rect l="l" t="t" r="r" b="b"/>
            <a:pathLst>
              <a:path w="915" h="916" extrusionOk="0">
                <a:moveTo>
                  <a:pt x="431" y="648"/>
                </a:moveTo>
                <a:lnTo>
                  <a:pt x="431" y="563"/>
                </a:lnTo>
                <a:cubicBezTo>
                  <a:pt x="431" y="549"/>
                  <a:pt x="419" y="536"/>
                  <a:pt x="404" y="536"/>
                </a:cubicBezTo>
                <a:lnTo>
                  <a:pt x="297" y="536"/>
                </a:lnTo>
                <a:cubicBezTo>
                  <a:pt x="282" y="536"/>
                  <a:pt x="270" y="548"/>
                  <a:pt x="270" y="563"/>
                </a:cubicBezTo>
                <a:lnTo>
                  <a:pt x="270" y="648"/>
                </a:lnTo>
                <a:lnTo>
                  <a:pt x="431" y="648"/>
                </a:lnTo>
                <a:moveTo>
                  <a:pt x="377" y="357"/>
                </a:moveTo>
                <a:lnTo>
                  <a:pt x="377" y="188"/>
                </a:lnTo>
                <a:cubicBezTo>
                  <a:pt x="377" y="178"/>
                  <a:pt x="379" y="169"/>
                  <a:pt x="382" y="161"/>
                </a:cubicBezTo>
                <a:lnTo>
                  <a:pt x="270" y="161"/>
                </a:lnTo>
                <a:lnTo>
                  <a:pt x="270" y="188"/>
                </a:lnTo>
                <a:cubicBezTo>
                  <a:pt x="270" y="262"/>
                  <a:pt x="314" y="327"/>
                  <a:pt x="377" y="357"/>
                </a:cubicBezTo>
                <a:moveTo>
                  <a:pt x="270" y="107"/>
                </a:moveTo>
                <a:lnTo>
                  <a:pt x="646" y="107"/>
                </a:lnTo>
                <a:cubicBezTo>
                  <a:pt x="675" y="107"/>
                  <a:pt x="699" y="83"/>
                  <a:pt x="699" y="54"/>
                </a:cubicBezTo>
                <a:lnTo>
                  <a:pt x="699" y="27"/>
                </a:lnTo>
                <a:cubicBezTo>
                  <a:pt x="699" y="12"/>
                  <a:pt x="687" y="0"/>
                  <a:pt x="672" y="0"/>
                </a:cubicBezTo>
                <a:lnTo>
                  <a:pt x="243" y="0"/>
                </a:lnTo>
                <a:cubicBezTo>
                  <a:pt x="229" y="0"/>
                  <a:pt x="217" y="12"/>
                  <a:pt x="217" y="27"/>
                </a:cubicBezTo>
                <a:lnTo>
                  <a:pt x="217" y="54"/>
                </a:lnTo>
                <a:cubicBezTo>
                  <a:pt x="217" y="83"/>
                  <a:pt x="241" y="107"/>
                  <a:pt x="270" y="107"/>
                </a:cubicBezTo>
                <a:moveTo>
                  <a:pt x="753" y="161"/>
                </a:moveTo>
                <a:lnTo>
                  <a:pt x="753" y="327"/>
                </a:lnTo>
                <a:cubicBezTo>
                  <a:pt x="742" y="331"/>
                  <a:pt x="731" y="337"/>
                  <a:pt x="723" y="346"/>
                </a:cubicBezTo>
                <a:cubicBezTo>
                  <a:pt x="691" y="377"/>
                  <a:pt x="692" y="428"/>
                  <a:pt x="723" y="459"/>
                </a:cubicBezTo>
                <a:cubicBezTo>
                  <a:pt x="736" y="472"/>
                  <a:pt x="756" y="469"/>
                  <a:pt x="766" y="453"/>
                </a:cubicBezTo>
                <a:cubicBezTo>
                  <a:pt x="771" y="442"/>
                  <a:pt x="769" y="430"/>
                  <a:pt x="761" y="421"/>
                </a:cubicBezTo>
                <a:cubicBezTo>
                  <a:pt x="748" y="409"/>
                  <a:pt x="751" y="388"/>
                  <a:pt x="767" y="379"/>
                </a:cubicBezTo>
                <a:cubicBezTo>
                  <a:pt x="775" y="374"/>
                  <a:pt x="784" y="374"/>
                  <a:pt x="792" y="379"/>
                </a:cubicBezTo>
                <a:cubicBezTo>
                  <a:pt x="809" y="388"/>
                  <a:pt x="811" y="409"/>
                  <a:pt x="799" y="421"/>
                </a:cubicBezTo>
                <a:cubicBezTo>
                  <a:pt x="791" y="430"/>
                  <a:pt x="788" y="442"/>
                  <a:pt x="794" y="453"/>
                </a:cubicBezTo>
                <a:cubicBezTo>
                  <a:pt x="803" y="469"/>
                  <a:pt x="824" y="472"/>
                  <a:pt x="836" y="459"/>
                </a:cubicBezTo>
                <a:cubicBezTo>
                  <a:pt x="868" y="428"/>
                  <a:pt x="868" y="378"/>
                  <a:pt x="836" y="346"/>
                </a:cubicBezTo>
                <a:cubicBezTo>
                  <a:pt x="828" y="338"/>
                  <a:pt x="817" y="331"/>
                  <a:pt x="806" y="327"/>
                </a:cubicBezTo>
                <a:lnTo>
                  <a:pt x="806" y="134"/>
                </a:lnTo>
                <a:cubicBezTo>
                  <a:pt x="806" y="119"/>
                  <a:pt x="794" y="107"/>
                  <a:pt x="780" y="107"/>
                </a:cubicBezTo>
                <a:lnTo>
                  <a:pt x="738" y="107"/>
                </a:lnTo>
                <a:cubicBezTo>
                  <a:pt x="729" y="124"/>
                  <a:pt x="715" y="137"/>
                  <a:pt x="699" y="146"/>
                </a:cubicBezTo>
                <a:lnTo>
                  <a:pt x="699" y="161"/>
                </a:lnTo>
                <a:lnTo>
                  <a:pt x="753" y="161"/>
                </a:lnTo>
                <a:moveTo>
                  <a:pt x="835" y="536"/>
                </a:moveTo>
                <a:lnTo>
                  <a:pt x="726" y="536"/>
                </a:lnTo>
                <a:cubicBezTo>
                  <a:pt x="711" y="536"/>
                  <a:pt x="699" y="548"/>
                  <a:pt x="699" y="563"/>
                </a:cubicBezTo>
                <a:lnTo>
                  <a:pt x="699" y="648"/>
                </a:lnTo>
                <a:lnTo>
                  <a:pt x="807" y="648"/>
                </a:lnTo>
                <a:cubicBezTo>
                  <a:pt x="826" y="648"/>
                  <a:pt x="845" y="652"/>
                  <a:pt x="862" y="658"/>
                </a:cubicBezTo>
                <a:lnTo>
                  <a:pt x="862" y="563"/>
                </a:lnTo>
                <a:cubicBezTo>
                  <a:pt x="862" y="549"/>
                  <a:pt x="850" y="536"/>
                  <a:pt x="835" y="536"/>
                </a:cubicBezTo>
                <a:moveTo>
                  <a:pt x="457" y="215"/>
                </a:moveTo>
                <a:cubicBezTo>
                  <a:pt x="472" y="215"/>
                  <a:pt x="484" y="203"/>
                  <a:pt x="484" y="188"/>
                </a:cubicBezTo>
                <a:cubicBezTo>
                  <a:pt x="484" y="173"/>
                  <a:pt x="472" y="161"/>
                  <a:pt x="457" y="161"/>
                </a:cubicBezTo>
                <a:cubicBezTo>
                  <a:pt x="443" y="161"/>
                  <a:pt x="431" y="173"/>
                  <a:pt x="431" y="188"/>
                </a:cubicBezTo>
                <a:cubicBezTo>
                  <a:pt x="431" y="203"/>
                  <a:pt x="443" y="215"/>
                  <a:pt x="457" y="215"/>
                </a:cubicBezTo>
                <a:moveTo>
                  <a:pt x="122" y="453"/>
                </a:moveTo>
                <a:cubicBezTo>
                  <a:pt x="128" y="442"/>
                  <a:pt x="125" y="430"/>
                  <a:pt x="117" y="421"/>
                </a:cubicBezTo>
                <a:cubicBezTo>
                  <a:pt x="105" y="409"/>
                  <a:pt x="107" y="388"/>
                  <a:pt x="124" y="378"/>
                </a:cubicBezTo>
                <a:cubicBezTo>
                  <a:pt x="131" y="374"/>
                  <a:pt x="141" y="374"/>
                  <a:pt x="149" y="378"/>
                </a:cubicBezTo>
                <a:cubicBezTo>
                  <a:pt x="165" y="388"/>
                  <a:pt x="167" y="409"/>
                  <a:pt x="155" y="421"/>
                </a:cubicBezTo>
                <a:cubicBezTo>
                  <a:pt x="147" y="429"/>
                  <a:pt x="145" y="442"/>
                  <a:pt x="150" y="453"/>
                </a:cubicBezTo>
                <a:cubicBezTo>
                  <a:pt x="159" y="469"/>
                  <a:pt x="181" y="472"/>
                  <a:pt x="193" y="459"/>
                </a:cubicBezTo>
                <a:cubicBezTo>
                  <a:pt x="224" y="428"/>
                  <a:pt x="225" y="377"/>
                  <a:pt x="193" y="345"/>
                </a:cubicBezTo>
                <a:cubicBezTo>
                  <a:pt x="185" y="337"/>
                  <a:pt x="174" y="331"/>
                  <a:pt x="163" y="327"/>
                </a:cubicBezTo>
                <a:lnTo>
                  <a:pt x="163" y="161"/>
                </a:lnTo>
                <a:lnTo>
                  <a:pt x="217" y="161"/>
                </a:lnTo>
                <a:lnTo>
                  <a:pt x="217" y="146"/>
                </a:lnTo>
                <a:cubicBezTo>
                  <a:pt x="201" y="137"/>
                  <a:pt x="187" y="124"/>
                  <a:pt x="178" y="107"/>
                </a:cubicBezTo>
                <a:lnTo>
                  <a:pt x="136" y="107"/>
                </a:lnTo>
                <a:cubicBezTo>
                  <a:pt x="121" y="107"/>
                  <a:pt x="109" y="119"/>
                  <a:pt x="109" y="134"/>
                </a:cubicBezTo>
                <a:lnTo>
                  <a:pt x="109" y="327"/>
                </a:lnTo>
                <a:cubicBezTo>
                  <a:pt x="99" y="331"/>
                  <a:pt x="88" y="337"/>
                  <a:pt x="79" y="346"/>
                </a:cubicBezTo>
                <a:cubicBezTo>
                  <a:pt x="48" y="377"/>
                  <a:pt x="48" y="428"/>
                  <a:pt x="79" y="459"/>
                </a:cubicBezTo>
                <a:cubicBezTo>
                  <a:pt x="92" y="472"/>
                  <a:pt x="113" y="469"/>
                  <a:pt x="122" y="453"/>
                </a:cubicBezTo>
                <a:moveTo>
                  <a:pt x="485" y="373"/>
                </a:moveTo>
                <a:lnTo>
                  <a:pt x="485" y="263"/>
                </a:lnTo>
                <a:cubicBezTo>
                  <a:pt x="476" y="266"/>
                  <a:pt x="467" y="268"/>
                  <a:pt x="458" y="268"/>
                </a:cubicBezTo>
                <a:cubicBezTo>
                  <a:pt x="448" y="268"/>
                  <a:pt x="439" y="266"/>
                  <a:pt x="431" y="263"/>
                </a:cubicBezTo>
                <a:lnTo>
                  <a:pt x="431" y="373"/>
                </a:lnTo>
                <a:cubicBezTo>
                  <a:pt x="440" y="374"/>
                  <a:pt x="449" y="376"/>
                  <a:pt x="458" y="376"/>
                </a:cubicBezTo>
                <a:cubicBezTo>
                  <a:pt x="467" y="376"/>
                  <a:pt x="476" y="374"/>
                  <a:pt x="485" y="373"/>
                </a:cubicBezTo>
                <a:moveTo>
                  <a:pt x="806" y="702"/>
                </a:moveTo>
                <a:lnTo>
                  <a:pt x="109" y="702"/>
                </a:lnTo>
                <a:cubicBezTo>
                  <a:pt x="50" y="702"/>
                  <a:pt x="0" y="750"/>
                  <a:pt x="0" y="809"/>
                </a:cubicBezTo>
                <a:cubicBezTo>
                  <a:pt x="0" y="868"/>
                  <a:pt x="50" y="916"/>
                  <a:pt x="109" y="916"/>
                </a:cubicBezTo>
                <a:lnTo>
                  <a:pt x="806" y="916"/>
                </a:lnTo>
                <a:cubicBezTo>
                  <a:pt x="865" y="916"/>
                  <a:pt x="915" y="868"/>
                  <a:pt x="915" y="809"/>
                </a:cubicBezTo>
                <a:cubicBezTo>
                  <a:pt x="915" y="750"/>
                  <a:pt x="865" y="702"/>
                  <a:pt x="806" y="702"/>
                </a:cubicBezTo>
                <a:moveTo>
                  <a:pt x="136" y="835"/>
                </a:moveTo>
                <a:cubicBezTo>
                  <a:pt x="121" y="835"/>
                  <a:pt x="109" y="823"/>
                  <a:pt x="109" y="808"/>
                </a:cubicBezTo>
                <a:cubicBezTo>
                  <a:pt x="109" y="793"/>
                  <a:pt x="122" y="781"/>
                  <a:pt x="136" y="781"/>
                </a:cubicBezTo>
                <a:cubicBezTo>
                  <a:pt x="151" y="781"/>
                  <a:pt x="162" y="793"/>
                  <a:pt x="162" y="808"/>
                </a:cubicBezTo>
                <a:cubicBezTo>
                  <a:pt x="162" y="823"/>
                  <a:pt x="150" y="835"/>
                  <a:pt x="136" y="835"/>
                </a:cubicBezTo>
                <a:moveTo>
                  <a:pt x="243" y="835"/>
                </a:moveTo>
                <a:cubicBezTo>
                  <a:pt x="228" y="835"/>
                  <a:pt x="216" y="823"/>
                  <a:pt x="216" y="808"/>
                </a:cubicBezTo>
                <a:cubicBezTo>
                  <a:pt x="216" y="793"/>
                  <a:pt x="228" y="781"/>
                  <a:pt x="243" y="781"/>
                </a:cubicBezTo>
                <a:cubicBezTo>
                  <a:pt x="258" y="781"/>
                  <a:pt x="270" y="793"/>
                  <a:pt x="270" y="808"/>
                </a:cubicBezTo>
                <a:cubicBezTo>
                  <a:pt x="270" y="823"/>
                  <a:pt x="258" y="835"/>
                  <a:pt x="243" y="835"/>
                </a:cubicBezTo>
                <a:moveTo>
                  <a:pt x="350" y="835"/>
                </a:moveTo>
                <a:cubicBezTo>
                  <a:pt x="335" y="835"/>
                  <a:pt x="323" y="823"/>
                  <a:pt x="323" y="808"/>
                </a:cubicBezTo>
                <a:cubicBezTo>
                  <a:pt x="323" y="793"/>
                  <a:pt x="335" y="781"/>
                  <a:pt x="350" y="781"/>
                </a:cubicBezTo>
                <a:cubicBezTo>
                  <a:pt x="365" y="781"/>
                  <a:pt x="377" y="793"/>
                  <a:pt x="377" y="808"/>
                </a:cubicBezTo>
                <a:cubicBezTo>
                  <a:pt x="377" y="823"/>
                  <a:pt x="365" y="835"/>
                  <a:pt x="350" y="835"/>
                </a:cubicBezTo>
                <a:moveTo>
                  <a:pt x="457" y="835"/>
                </a:moveTo>
                <a:cubicBezTo>
                  <a:pt x="443" y="835"/>
                  <a:pt x="431" y="823"/>
                  <a:pt x="431" y="808"/>
                </a:cubicBezTo>
                <a:cubicBezTo>
                  <a:pt x="431" y="793"/>
                  <a:pt x="443" y="781"/>
                  <a:pt x="457" y="781"/>
                </a:cubicBezTo>
                <a:cubicBezTo>
                  <a:pt x="472" y="781"/>
                  <a:pt x="484" y="793"/>
                  <a:pt x="484" y="808"/>
                </a:cubicBezTo>
                <a:cubicBezTo>
                  <a:pt x="484" y="823"/>
                  <a:pt x="472" y="835"/>
                  <a:pt x="457" y="835"/>
                </a:cubicBezTo>
                <a:moveTo>
                  <a:pt x="565" y="835"/>
                </a:moveTo>
                <a:cubicBezTo>
                  <a:pt x="551" y="835"/>
                  <a:pt x="538" y="823"/>
                  <a:pt x="538" y="808"/>
                </a:cubicBezTo>
                <a:cubicBezTo>
                  <a:pt x="538" y="793"/>
                  <a:pt x="551" y="781"/>
                  <a:pt x="565" y="781"/>
                </a:cubicBezTo>
                <a:cubicBezTo>
                  <a:pt x="580" y="781"/>
                  <a:pt x="591" y="793"/>
                  <a:pt x="591" y="808"/>
                </a:cubicBezTo>
                <a:cubicBezTo>
                  <a:pt x="591" y="823"/>
                  <a:pt x="580" y="835"/>
                  <a:pt x="565" y="835"/>
                </a:cubicBezTo>
                <a:moveTo>
                  <a:pt x="672" y="835"/>
                </a:moveTo>
                <a:cubicBezTo>
                  <a:pt x="657" y="835"/>
                  <a:pt x="645" y="823"/>
                  <a:pt x="645" y="808"/>
                </a:cubicBezTo>
                <a:cubicBezTo>
                  <a:pt x="645" y="793"/>
                  <a:pt x="657" y="781"/>
                  <a:pt x="672" y="781"/>
                </a:cubicBezTo>
                <a:cubicBezTo>
                  <a:pt x="687" y="781"/>
                  <a:pt x="699" y="793"/>
                  <a:pt x="699" y="808"/>
                </a:cubicBezTo>
                <a:cubicBezTo>
                  <a:pt x="699" y="823"/>
                  <a:pt x="687" y="835"/>
                  <a:pt x="672" y="835"/>
                </a:cubicBezTo>
                <a:moveTo>
                  <a:pt x="779" y="835"/>
                </a:moveTo>
                <a:cubicBezTo>
                  <a:pt x="764" y="835"/>
                  <a:pt x="752" y="823"/>
                  <a:pt x="752" y="808"/>
                </a:cubicBezTo>
                <a:cubicBezTo>
                  <a:pt x="752" y="793"/>
                  <a:pt x="764" y="781"/>
                  <a:pt x="779" y="781"/>
                </a:cubicBezTo>
                <a:cubicBezTo>
                  <a:pt x="794" y="781"/>
                  <a:pt x="806" y="793"/>
                  <a:pt x="806" y="808"/>
                </a:cubicBezTo>
                <a:cubicBezTo>
                  <a:pt x="806" y="823"/>
                  <a:pt x="794" y="835"/>
                  <a:pt x="779" y="835"/>
                </a:cubicBezTo>
                <a:moveTo>
                  <a:pt x="217" y="563"/>
                </a:moveTo>
                <a:cubicBezTo>
                  <a:pt x="217" y="549"/>
                  <a:pt x="205" y="536"/>
                  <a:pt x="190" y="536"/>
                </a:cubicBezTo>
                <a:lnTo>
                  <a:pt x="80" y="536"/>
                </a:lnTo>
                <a:cubicBezTo>
                  <a:pt x="66" y="536"/>
                  <a:pt x="54" y="548"/>
                  <a:pt x="54" y="563"/>
                </a:cubicBezTo>
                <a:lnTo>
                  <a:pt x="54" y="658"/>
                </a:lnTo>
                <a:cubicBezTo>
                  <a:pt x="70" y="652"/>
                  <a:pt x="90" y="648"/>
                  <a:pt x="109" y="648"/>
                </a:cubicBezTo>
                <a:lnTo>
                  <a:pt x="217" y="648"/>
                </a:lnTo>
                <a:lnTo>
                  <a:pt x="217" y="563"/>
                </a:lnTo>
                <a:moveTo>
                  <a:pt x="645" y="161"/>
                </a:moveTo>
                <a:lnTo>
                  <a:pt x="533" y="161"/>
                </a:lnTo>
                <a:cubicBezTo>
                  <a:pt x="536" y="170"/>
                  <a:pt x="538" y="178"/>
                  <a:pt x="538" y="188"/>
                </a:cubicBezTo>
                <a:lnTo>
                  <a:pt x="538" y="357"/>
                </a:lnTo>
                <a:cubicBezTo>
                  <a:pt x="601" y="327"/>
                  <a:pt x="645" y="262"/>
                  <a:pt x="645" y="188"/>
                </a:cubicBezTo>
                <a:lnTo>
                  <a:pt x="645" y="161"/>
                </a:lnTo>
                <a:moveTo>
                  <a:pt x="645" y="563"/>
                </a:moveTo>
                <a:cubicBezTo>
                  <a:pt x="645" y="549"/>
                  <a:pt x="633" y="536"/>
                  <a:pt x="619" y="536"/>
                </a:cubicBezTo>
                <a:lnTo>
                  <a:pt x="511" y="536"/>
                </a:lnTo>
                <a:cubicBezTo>
                  <a:pt x="497" y="536"/>
                  <a:pt x="485" y="548"/>
                  <a:pt x="485" y="563"/>
                </a:cubicBezTo>
                <a:lnTo>
                  <a:pt x="485" y="648"/>
                </a:lnTo>
                <a:lnTo>
                  <a:pt x="646" y="648"/>
                </a:lnTo>
                <a:lnTo>
                  <a:pt x="646" y="563"/>
                </a:lnTo>
                <a:lnTo>
                  <a:pt x="645" y="563"/>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74" name="Google Shape;474;p9"/>
          <p:cNvSpPr/>
          <p:nvPr/>
        </p:nvSpPr>
        <p:spPr>
          <a:xfrm>
            <a:off x="814834" y="1765427"/>
            <a:ext cx="281975" cy="281972"/>
          </a:xfrm>
          <a:custGeom>
            <a:avLst/>
            <a:gdLst/>
            <a:ahLst/>
            <a:cxnLst/>
            <a:rect l="l" t="t" r="r" b="b"/>
            <a:pathLst>
              <a:path w="916" h="916" extrusionOk="0">
                <a:moveTo>
                  <a:pt x="350" y="594"/>
                </a:moveTo>
                <a:cubicBezTo>
                  <a:pt x="336" y="594"/>
                  <a:pt x="324" y="606"/>
                  <a:pt x="324" y="620"/>
                </a:cubicBezTo>
                <a:cubicBezTo>
                  <a:pt x="324" y="635"/>
                  <a:pt x="335" y="647"/>
                  <a:pt x="350" y="647"/>
                </a:cubicBezTo>
                <a:cubicBezTo>
                  <a:pt x="364" y="647"/>
                  <a:pt x="377" y="635"/>
                  <a:pt x="377" y="620"/>
                </a:cubicBezTo>
                <a:cubicBezTo>
                  <a:pt x="377" y="606"/>
                  <a:pt x="365" y="594"/>
                  <a:pt x="350" y="594"/>
                </a:cubicBezTo>
                <a:moveTo>
                  <a:pt x="512" y="809"/>
                </a:moveTo>
                <a:lnTo>
                  <a:pt x="404" y="809"/>
                </a:lnTo>
                <a:cubicBezTo>
                  <a:pt x="390" y="809"/>
                  <a:pt x="378" y="821"/>
                  <a:pt x="378" y="836"/>
                </a:cubicBezTo>
                <a:lnTo>
                  <a:pt x="378" y="916"/>
                </a:lnTo>
                <a:lnTo>
                  <a:pt x="539" y="916"/>
                </a:lnTo>
                <a:lnTo>
                  <a:pt x="539" y="836"/>
                </a:lnTo>
                <a:cubicBezTo>
                  <a:pt x="538" y="821"/>
                  <a:pt x="526" y="809"/>
                  <a:pt x="512" y="809"/>
                </a:cubicBezTo>
                <a:moveTo>
                  <a:pt x="0" y="621"/>
                </a:moveTo>
                <a:lnTo>
                  <a:pt x="0" y="729"/>
                </a:lnTo>
                <a:cubicBezTo>
                  <a:pt x="0" y="773"/>
                  <a:pt x="36" y="809"/>
                  <a:pt x="80" y="809"/>
                </a:cubicBezTo>
                <a:lnTo>
                  <a:pt x="109" y="809"/>
                </a:lnTo>
                <a:lnTo>
                  <a:pt x="109" y="541"/>
                </a:lnTo>
                <a:lnTo>
                  <a:pt x="80" y="541"/>
                </a:lnTo>
                <a:cubicBezTo>
                  <a:pt x="36" y="541"/>
                  <a:pt x="0" y="577"/>
                  <a:pt x="0" y="621"/>
                </a:cubicBezTo>
                <a:moveTo>
                  <a:pt x="578" y="292"/>
                </a:moveTo>
                <a:cubicBezTo>
                  <a:pt x="560" y="255"/>
                  <a:pt x="526" y="229"/>
                  <a:pt x="485" y="220"/>
                </a:cubicBezTo>
                <a:lnTo>
                  <a:pt x="485" y="156"/>
                </a:lnTo>
                <a:cubicBezTo>
                  <a:pt x="518" y="144"/>
                  <a:pt x="541" y="112"/>
                  <a:pt x="538" y="75"/>
                </a:cubicBezTo>
                <a:cubicBezTo>
                  <a:pt x="536" y="35"/>
                  <a:pt x="504" y="3"/>
                  <a:pt x="464" y="0"/>
                </a:cubicBezTo>
                <a:cubicBezTo>
                  <a:pt x="417" y="-3"/>
                  <a:pt x="378" y="34"/>
                  <a:pt x="378" y="81"/>
                </a:cubicBezTo>
                <a:cubicBezTo>
                  <a:pt x="378" y="116"/>
                  <a:pt x="400" y="145"/>
                  <a:pt x="431" y="156"/>
                </a:cubicBezTo>
                <a:lnTo>
                  <a:pt x="431" y="220"/>
                </a:lnTo>
                <a:cubicBezTo>
                  <a:pt x="390" y="229"/>
                  <a:pt x="356" y="255"/>
                  <a:pt x="338" y="292"/>
                </a:cubicBezTo>
                <a:cubicBezTo>
                  <a:pt x="376" y="278"/>
                  <a:pt x="416" y="270"/>
                  <a:pt x="458" y="270"/>
                </a:cubicBezTo>
                <a:cubicBezTo>
                  <a:pt x="500" y="270"/>
                  <a:pt x="541" y="278"/>
                  <a:pt x="578" y="292"/>
                </a:cubicBezTo>
                <a:moveTo>
                  <a:pt x="565" y="594"/>
                </a:moveTo>
                <a:cubicBezTo>
                  <a:pt x="550" y="594"/>
                  <a:pt x="538" y="606"/>
                  <a:pt x="538" y="620"/>
                </a:cubicBezTo>
                <a:cubicBezTo>
                  <a:pt x="538" y="635"/>
                  <a:pt x="550" y="647"/>
                  <a:pt x="565" y="647"/>
                </a:cubicBezTo>
                <a:cubicBezTo>
                  <a:pt x="580" y="647"/>
                  <a:pt x="592" y="635"/>
                  <a:pt x="592" y="620"/>
                </a:cubicBezTo>
                <a:cubicBezTo>
                  <a:pt x="592" y="606"/>
                  <a:pt x="580" y="594"/>
                  <a:pt x="565" y="594"/>
                </a:cubicBezTo>
                <a:moveTo>
                  <a:pt x="835" y="541"/>
                </a:moveTo>
                <a:lnTo>
                  <a:pt x="807" y="541"/>
                </a:lnTo>
                <a:lnTo>
                  <a:pt x="807" y="809"/>
                </a:lnTo>
                <a:lnTo>
                  <a:pt x="836" y="809"/>
                </a:lnTo>
                <a:cubicBezTo>
                  <a:pt x="880" y="809"/>
                  <a:pt x="916" y="773"/>
                  <a:pt x="916" y="729"/>
                </a:cubicBezTo>
                <a:lnTo>
                  <a:pt x="916" y="621"/>
                </a:lnTo>
                <a:cubicBezTo>
                  <a:pt x="916" y="577"/>
                  <a:pt x="880" y="541"/>
                  <a:pt x="835" y="541"/>
                </a:cubicBezTo>
                <a:moveTo>
                  <a:pt x="458" y="325"/>
                </a:moveTo>
                <a:cubicBezTo>
                  <a:pt x="295" y="325"/>
                  <a:pt x="163" y="459"/>
                  <a:pt x="163" y="621"/>
                </a:cubicBezTo>
                <a:lnTo>
                  <a:pt x="163" y="836"/>
                </a:lnTo>
                <a:cubicBezTo>
                  <a:pt x="163" y="880"/>
                  <a:pt x="199" y="916"/>
                  <a:pt x="244" y="916"/>
                </a:cubicBezTo>
                <a:lnTo>
                  <a:pt x="324" y="916"/>
                </a:lnTo>
                <a:lnTo>
                  <a:pt x="324" y="836"/>
                </a:lnTo>
                <a:cubicBezTo>
                  <a:pt x="324" y="791"/>
                  <a:pt x="360" y="755"/>
                  <a:pt x="404" y="755"/>
                </a:cubicBezTo>
                <a:lnTo>
                  <a:pt x="512" y="755"/>
                </a:lnTo>
                <a:cubicBezTo>
                  <a:pt x="556" y="755"/>
                  <a:pt x="592" y="791"/>
                  <a:pt x="592" y="836"/>
                </a:cubicBezTo>
                <a:lnTo>
                  <a:pt x="592" y="916"/>
                </a:lnTo>
                <a:lnTo>
                  <a:pt x="672" y="916"/>
                </a:lnTo>
                <a:cubicBezTo>
                  <a:pt x="717" y="916"/>
                  <a:pt x="753" y="880"/>
                  <a:pt x="753" y="836"/>
                </a:cubicBezTo>
                <a:lnTo>
                  <a:pt x="753" y="621"/>
                </a:lnTo>
                <a:cubicBezTo>
                  <a:pt x="753" y="459"/>
                  <a:pt x="621" y="325"/>
                  <a:pt x="458" y="325"/>
                </a:cubicBezTo>
                <a:moveTo>
                  <a:pt x="350" y="701"/>
                </a:moveTo>
                <a:cubicBezTo>
                  <a:pt x="306" y="701"/>
                  <a:pt x="270" y="665"/>
                  <a:pt x="270" y="620"/>
                </a:cubicBezTo>
                <a:cubicBezTo>
                  <a:pt x="270" y="576"/>
                  <a:pt x="306" y="540"/>
                  <a:pt x="350" y="540"/>
                </a:cubicBezTo>
                <a:cubicBezTo>
                  <a:pt x="395" y="540"/>
                  <a:pt x="431" y="576"/>
                  <a:pt x="431" y="620"/>
                </a:cubicBezTo>
                <a:cubicBezTo>
                  <a:pt x="431" y="665"/>
                  <a:pt x="395" y="701"/>
                  <a:pt x="350" y="701"/>
                </a:cubicBezTo>
                <a:moveTo>
                  <a:pt x="565" y="701"/>
                </a:moveTo>
                <a:cubicBezTo>
                  <a:pt x="520" y="701"/>
                  <a:pt x="484" y="665"/>
                  <a:pt x="484" y="620"/>
                </a:cubicBezTo>
                <a:cubicBezTo>
                  <a:pt x="484" y="576"/>
                  <a:pt x="521" y="540"/>
                  <a:pt x="565" y="540"/>
                </a:cubicBezTo>
                <a:cubicBezTo>
                  <a:pt x="609" y="540"/>
                  <a:pt x="645" y="576"/>
                  <a:pt x="645" y="620"/>
                </a:cubicBezTo>
                <a:cubicBezTo>
                  <a:pt x="645" y="665"/>
                  <a:pt x="609" y="701"/>
                  <a:pt x="565" y="701"/>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75" name="Google Shape;475;p9"/>
          <p:cNvSpPr/>
          <p:nvPr/>
        </p:nvSpPr>
        <p:spPr>
          <a:xfrm>
            <a:off x="6546189" y="1765427"/>
            <a:ext cx="281975" cy="281972"/>
          </a:xfrm>
          <a:custGeom>
            <a:avLst/>
            <a:gdLst/>
            <a:ahLst/>
            <a:cxnLst/>
            <a:rect l="l" t="t" r="r" b="b"/>
            <a:pathLst>
              <a:path w="916" h="916" extrusionOk="0">
                <a:moveTo>
                  <a:pt x="431" y="134"/>
                </a:moveTo>
                <a:lnTo>
                  <a:pt x="244" y="134"/>
                </a:lnTo>
                <a:cubicBezTo>
                  <a:pt x="184" y="134"/>
                  <a:pt x="136" y="182"/>
                  <a:pt x="136" y="242"/>
                </a:cubicBezTo>
                <a:lnTo>
                  <a:pt x="136" y="432"/>
                </a:lnTo>
                <a:lnTo>
                  <a:pt x="431" y="432"/>
                </a:lnTo>
                <a:lnTo>
                  <a:pt x="431" y="134"/>
                </a:lnTo>
                <a:moveTo>
                  <a:pt x="351" y="324"/>
                </a:moveTo>
                <a:lnTo>
                  <a:pt x="324" y="324"/>
                </a:lnTo>
                <a:lnTo>
                  <a:pt x="324" y="350"/>
                </a:lnTo>
                <a:cubicBezTo>
                  <a:pt x="324" y="364"/>
                  <a:pt x="314" y="377"/>
                  <a:pt x="300" y="378"/>
                </a:cubicBezTo>
                <a:cubicBezTo>
                  <a:pt x="284" y="379"/>
                  <a:pt x="271" y="367"/>
                  <a:pt x="271" y="351"/>
                </a:cubicBezTo>
                <a:lnTo>
                  <a:pt x="271" y="324"/>
                </a:lnTo>
                <a:lnTo>
                  <a:pt x="245" y="324"/>
                </a:lnTo>
                <a:cubicBezTo>
                  <a:pt x="231" y="324"/>
                  <a:pt x="218" y="314"/>
                  <a:pt x="217" y="300"/>
                </a:cubicBezTo>
                <a:cubicBezTo>
                  <a:pt x="216" y="284"/>
                  <a:pt x="228" y="271"/>
                  <a:pt x="244" y="271"/>
                </a:cubicBezTo>
                <a:lnTo>
                  <a:pt x="270" y="271"/>
                </a:lnTo>
                <a:lnTo>
                  <a:pt x="270" y="245"/>
                </a:lnTo>
                <a:cubicBezTo>
                  <a:pt x="270" y="231"/>
                  <a:pt x="281" y="218"/>
                  <a:pt x="295" y="217"/>
                </a:cubicBezTo>
                <a:cubicBezTo>
                  <a:pt x="311" y="216"/>
                  <a:pt x="324" y="228"/>
                  <a:pt x="324" y="244"/>
                </a:cubicBezTo>
                <a:lnTo>
                  <a:pt x="324" y="271"/>
                </a:lnTo>
                <a:lnTo>
                  <a:pt x="350" y="271"/>
                </a:lnTo>
                <a:cubicBezTo>
                  <a:pt x="364" y="271"/>
                  <a:pt x="376" y="281"/>
                  <a:pt x="378" y="295"/>
                </a:cubicBezTo>
                <a:cubicBezTo>
                  <a:pt x="379" y="311"/>
                  <a:pt x="367" y="324"/>
                  <a:pt x="351" y="324"/>
                </a:cubicBezTo>
                <a:moveTo>
                  <a:pt x="458" y="0"/>
                </a:moveTo>
                <a:cubicBezTo>
                  <a:pt x="381" y="0"/>
                  <a:pt x="310" y="29"/>
                  <a:pt x="256" y="81"/>
                </a:cubicBezTo>
                <a:lnTo>
                  <a:pt x="661" y="81"/>
                </a:lnTo>
                <a:cubicBezTo>
                  <a:pt x="607" y="29"/>
                  <a:pt x="534" y="0"/>
                  <a:pt x="458" y="0"/>
                </a:cubicBezTo>
                <a:moveTo>
                  <a:pt x="485" y="780"/>
                </a:moveTo>
                <a:lnTo>
                  <a:pt x="675" y="780"/>
                </a:lnTo>
                <a:cubicBezTo>
                  <a:pt x="734" y="780"/>
                  <a:pt x="782" y="732"/>
                  <a:pt x="782" y="673"/>
                </a:cubicBezTo>
                <a:lnTo>
                  <a:pt x="782" y="485"/>
                </a:lnTo>
                <a:lnTo>
                  <a:pt x="485" y="485"/>
                </a:lnTo>
                <a:lnTo>
                  <a:pt x="485" y="780"/>
                </a:lnTo>
                <a:moveTo>
                  <a:pt x="565" y="539"/>
                </a:moveTo>
                <a:lnTo>
                  <a:pt x="673" y="539"/>
                </a:lnTo>
                <a:cubicBezTo>
                  <a:pt x="687" y="539"/>
                  <a:pt x="699" y="549"/>
                  <a:pt x="701" y="563"/>
                </a:cubicBezTo>
                <a:cubicBezTo>
                  <a:pt x="702" y="579"/>
                  <a:pt x="690" y="592"/>
                  <a:pt x="674" y="592"/>
                </a:cubicBezTo>
                <a:lnTo>
                  <a:pt x="566" y="592"/>
                </a:lnTo>
                <a:cubicBezTo>
                  <a:pt x="552" y="592"/>
                  <a:pt x="540" y="582"/>
                  <a:pt x="538" y="568"/>
                </a:cubicBezTo>
                <a:cubicBezTo>
                  <a:pt x="537" y="552"/>
                  <a:pt x="549" y="539"/>
                  <a:pt x="565" y="539"/>
                </a:cubicBezTo>
                <a:moveTo>
                  <a:pt x="565" y="646"/>
                </a:moveTo>
                <a:lnTo>
                  <a:pt x="673" y="646"/>
                </a:lnTo>
                <a:cubicBezTo>
                  <a:pt x="687" y="646"/>
                  <a:pt x="699" y="657"/>
                  <a:pt x="701" y="671"/>
                </a:cubicBezTo>
                <a:cubicBezTo>
                  <a:pt x="702" y="686"/>
                  <a:pt x="690" y="700"/>
                  <a:pt x="674" y="700"/>
                </a:cubicBezTo>
                <a:lnTo>
                  <a:pt x="566" y="700"/>
                </a:lnTo>
                <a:cubicBezTo>
                  <a:pt x="552" y="700"/>
                  <a:pt x="540" y="689"/>
                  <a:pt x="538" y="675"/>
                </a:cubicBezTo>
                <a:cubicBezTo>
                  <a:pt x="537" y="659"/>
                  <a:pt x="549" y="646"/>
                  <a:pt x="565" y="646"/>
                </a:cubicBezTo>
                <a:moveTo>
                  <a:pt x="0" y="350"/>
                </a:moveTo>
                <a:lnTo>
                  <a:pt x="0" y="566"/>
                </a:lnTo>
                <a:cubicBezTo>
                  <a:pt x="0" y="610"/>
                  <a:pt x="38" y="647"/>
                  <a:pt x="83" y="647"/>
                </a:cubicBezTo>
                <a:lnTo>
                  <a:pt x="83" y="269"/>
                </a:lnTo>
                <a:cubicBezTo>
                  <a:pt x="38" y="269"/>
                  <a:pt x="0" y="306"/>
                  <a:pt x="0" y="350"/>
                </a:cubicBezTo>
                <a:moveTo>
                  <a:pt x="836" y="270"/>
                </a:moveTo>
                <a:lnTo>
                  <a:pt x="836" y="646"/>
                </a:lnTo>
                <a:cubicBezTo>
                  <a:pt x="880" y="646"/>
                  <a:pt x="916" y="610"/>
                  <a:pt x="916" y="565"/>
                </a:cubicBezTo>
                <a:lnTo>
                  <a:pt x="916" y="351"/>
                </a:lnTo>
                <a:cubicBezTo>
                  <a:pt x="916" y="306"/>
                  <a:pt x="880" y="270"/>
                  <a:pt x="836" y="270"/>
                </a:cubicBezTo>
                <a:moveTo>
                  <a:pt x="458" y="916"/>
                </a:moveTo>
                <a:cubicBezTo>
                  <a:pt x="534" y="916"/>
                  <a:pt x="607" y="885"/>
                  <a:pt x="661" y="834"/>
                </a:cubicBezTo>
                <a:lnTo>
                  <a:pt x="256" y="834"/>
                </a:lnTo>
                <a:cubicBezTo>
                  <a:pt x="310" y="885"/>
                  <a:pt x="381" y="916"/>
                  <a:pt x="458" y="916"/>
                </a:cubicBezTo>
                <a:moveTo>
                  <a:pt x="675" y="134"/>
                </a:moveTo>
                <a:lnTo>
                  <a:pt x="485" y="134"/>
                </a:lnTo>
                <a:lnTo>
                  <a:pt x="485" y="432"/>
                </a:lnTo>
                <a:lnTo>
                  <a:pt x="782" y="432"/>
                </a:lnTo>
                <a:lnTo>
                  <a:pt x="782" y="244"/>
                </a:lnTo>
                <a:cubicBezTo>
                  <a:pt x="782" y="184"/>
                  <a:pt x="734" y="134"/>
                  <a:pt x="675" y="134"/>
                </a:cubicBezTo>
                <a:moveTo>
                  <a:pt x="674" y="324"/>
                </a:moveTo>
                <a:lnTo>
                  <a:pt x="566" y="324"/>
                </a:lnTo>
                <a:cubicBezTo>
                  <a:pt x="552" y="324"/>
                  <a:pt x="540" y="314"/>
                  <a:pt x="538" y="300"/>
                </a:cubicBezTo>
                <a:cubicBezTo>
                  <a:pt x="537" y="284"/>
                  <a:pt x="549" y="271"/>
                  <a:pt x="565" y="271"/>
                </a:cubicBezTo>
                <a:lnTo>
                  <a:pt x="673" y="271"/>
                </a:lnTo>
                <a:cubicBezTo>
                  <a:pt x="687" y="271"/>
                  <a:pt x="699" y="281"/>
                  <a:pt x="701" y="295"/>
                </a:cubicBezTo>
                <a:cubicBezTo>
                  <a:pt x="702" y="311"/>
                  <a:pt x="690" y="324"/>
                  <a:pt x="674" y="324"/>
                </a:cubicBezTo>
                <a:moveTo>
                  <a:pt x="431" y="485"/>
                </a:moveTo>
                <a:lnTo>
                  <a:pt x="136" y="485"/>
                </a:lnTo>
                <a:lnTo>
                  <a:pt x="136" y="673"/>
                </a:lnTo>
                <a:cubicBezTo>
                  <a:pt x="136" y="732"/>
                  <a:pt x="184" y="780"/>
                  <a:pt x="244" y="780"/>
                </a:cubicBezTo>
                <a:lnTo>
                  <a:pt x="431" y="780"/>
                </a:lnTo>
                <a:lnTo>
                  <a:pt x="431" y="485"/>
                </a:lnTo>
                <a:moveTo>
                  <a:pt x="369" y="653"/>
                </a:moveTo>
                <a:cubicBezTo>
                  <a:pt x="380" y="664"/>
                  <a:pt x="380" y="681"/>
                  <a:pt x="369" y="691"/>
                </a:cubicBezTo>
                <a:cubicBezTo>
                  <a:pt x="359" y="702"/>
                  <a:pt x="342" y="702"/>
                  <a:pt x="332" y="691"/>
                </a:cubicBezTo>
                <a:lnTo>
                  <a:pt x="297" y="657"/>
                </a:lnTo>
                <a:lnTo>
                  <a:pt x="262" y="691"/>
                </a:lnTo>
                <a:cubicBezTo>
                  <a:pt x="252" y="702"/>
                  <a:pt x="235" y="702"/>
                  <a:pt x="224" y="691"/>
                </a:cubicBezTo>
                <a:cubicBezTo>
                  <a:pt x="214" y="681"/>
                  <a:pt x="214" y="664"/>
                  <a:pt x="224" y="653"/>
                </a:cubicBezTo>
                <a:lnTo>
                  <a:pt x="259" y="619"/>
                </a:lnTo>
                <a:lnTo>
                  <a:pt x="224" y="584"/>
                </a:lnTo>
                <a:cubicBezTo>
                  <a:pt x="214" y="574"/>
                  <a:pt x="214" y="557"/>
                  <a:pt x="224" y="546"/>
                </a:cubicBezTo>
                <a:cubicBezTo>
                  <a:pt x="235" y="536"/>
                  <a:pt x="252" y="536"/>
                  <a:pt x="262" y="546"/>
                </a:cubicBezTo>
                <a:lnTo>
                  <a:pt x="297" y="581"/>
                </a:lnTo>
                <a:lnTo>
                  <a:pt x="332" y="546"/>
                </a:lnTo>
                <a:cubicBezTo>
                  <a:pt x="342" y="536"/>
                  <a:pt x="359" y="536"/>
                  <a:pt x="369" y="546"/>
                </a:cubicBezTo>
                <a:cubicBezTo>
                  <a:pt x="380" y="557"/>
                  <a:pt x="380" y="574"/>
                  <a:pt x="369" y="584"/>
                </a:cubicBezTo>
                <a:lnTo>
                  <a:pt x="335" y="619"/>
                </a:lnTo>
                <a:lnTo>
                  <a:pt x="369" y="653"/>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476" name="Google Shape;476;p9"/>
          <p:cNvPicPr preferRelativeResize="0"/>
          <p:nvPr/>
        </p:nvPicPr>
        <p:blipFill rotWithShape="1">
          <a:blip r:embed="rId3">
            <a:alphaModFix amt="38000"/>
          </a:blip>
          <a:srcRect t="58031" b="6290"/>
          <a:stretch/>
        </p:blipFill>
        <p:spPr>
          <a:xfrm>
            <a:off x="4979675" y="4362450"/>
            <a:ext cx="3982800" cy="635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gdc0472a3e22865c_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 sz="2400">
                <a:solidFill>
                  <a:srgbClr val="000000"/>
                </a:solidFill>
                <a:highlight>
                  <a:srgbClr val="F5F5F5"/>
                </a:highlight>
              </a:rPr>
              <a:t>System Flow</a:t>
            </a:r>
            <a:endParaRPr sz="2400"/>
          </a:p>
        </p:txBody>
      </p:sp>
      <p:sp>
        <p:nvSpPr>
          <p:cNvPr id="482" name="Google Shape;482;gdc0472a3e22865c_45"/>
          <p:cNvSpPr txBox="1"/>
          <p:nvPr/>
        </p:nvSpPr>
        <p:spPr>
          <a:xfrm>
            <a:off x="1225375" y="1570325"/>
            <a:ext cx="6904200" cy="237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de" sz="1800">
                <a:highlight>
                  <a:srgbClr val="F5F5F5"/>
                </a:highlight>
                <a:latin typeface="Archivo"/>
                <a:ea typeface="Archivo"/>
                <a:cs typeface="Archivo"/>
                <a:sym typeface="Archivo"/>
              </a:rPr>
              <a:t>1. Read base document (</a:t>
            </a:r>
            <a:r>
              <a:rPr lang="de" sz="1800" b="1">
                <a:highlight>
                  <a:srgbClr val="F5F5F5"/>
                </a:highlight>
                <a:latin typeface="Archivo"/>
                <a:ea typeface="Archivo"/>
                <a:cs typeface="Archivo"/>
                <a:sym typeface="Archivo"/>
              </a:rPr>
              <a:t>Dataset.txt</a:t>
            </a:r>
            <a:r>
              <a:rPr lang="de" sz="1800">
                <a:highlight>
                  <a:srgbClr val="F5F5F5"/>
                </a:highlight>
                <a:latin typeface="Archivo"/>
                <a:ea typeface="Archivo"/>
                <a:cs typeface="Archivo"/>
                <a:sym typeface="Archivo"/>
              </a:rPr>
              <a:t>)​</a:t>
            </a:r>
            <a:endParaRPr sz="1800">
              <a:highlight>
                <a:srgbClr val="F5F5F5"/>
              </a:highlight>
              <a:latin typeface="Archivo"/>
              <a:ea typeface="Archivo"/>
              <a:cs typeface="Archivo"/>
              <a:sym typeface="Archivo"/>
            </a:endParaRPr>
          </a:p>
          <a:p>
            <a:pPr marL="0" lvl="0" indent="0" algn="l" rtl="0">
              <a:lnSpc>
                <a:spcPct val="115000"/>
              </a:lnSpc>
              <a:spcBef>
                <a:spcPts val="0"/>
              </a:spcBef>
              <a:spcAft>
                <a:spcPts val="0"/>
              </a:spcAft>
              <a:buNone/>
            </a:pPr>
            <a:r>
              <a:rPr lang="de" sz="1800">
                <a:highlight>
                  <a:srgbClr val="F5F5F5"/>
                </a:highlight>
                <a:latin typeface="Archivo"/>
                <a:ea typeface="Archivo"/>
                <a:cs typeface="Archivo"/>
                <a:sym typeface="Archivo"/>
              </a:rPr>
              <a:t>2. Accept user input (</a:t>
            </a:r>
            <a:r>
              <a:rPr lang="de" sz="1800" b="1">
                <a:highlight>
                  <a:srgbClr val="F5F5F5"/>
                </a:highlight>
                <a:latin typeface="Archivo"/>
                <a:ea typeface="Archivo"/>
                <a:cs typeface="Archivo"/>
                <a:sym typeface="Archivo"/>
              </a:rPr>
              <a:t>user_dataset.txt</a:t>
            </a:r>
            <a:r>
              <a:rPr lang="de" sz="1800">
                <a:highlight>
                  <a:srgbClr val="F5F5F5"/>
                </a:highlight>
                <a:latin typeface="Archivo"/>
                <a:ea typeface="Archivo"/>
                <a:cs typeface="Archivo"/>
                <a:sym typeface="Archivo"/>
              </a:rPr>
              <a:t>)​</a:t>
            </a:r>
            <a:endParaRPr sz="1800">
              <a:highlight>
                <a:srgbClr val="F5F5F5"/>
              </a:highlight>
              <a:latin typeface="Archivo"/>
              <a:ea typeface="Archivo"/>
              <a:cs typeface="Archivo"/>
              <a:sym typeface="Archivo"/>
            </a:endParaRPr>
          </a:p>
          <a:p>
            <a:pPr marL="0" lvl="0" indent="0" algn="l" rtl="0">
              <a:lnSpc>
                <a:spcPct val="115000"/>
              </a:lnSpc>
              <a:spcBef>
                <a:spcPts val="0"/>
              </a:spcBef>
              <a:spcAft>
                <a:spcPts val="0"/>
              </a:spcAft>
              <a:buNone/>
            </a:pPr>
            <a:r>
              <a:rPr lang="de" sz="1800">
                <a:highlight>
                  <a:srgbClr val="F5F5F5"/>
                </a:highlight>
                <a:latin typeface="Archivo"/>
                <a:ea typeface="Archivo"/>
                <a:cs typeface="Archivo"/>
                <a:sym typeface="Archivo"/>
              </a:rPr>
              <a:t>3. Tokenize both documents into words​</a:t>
            </a:r>
            <a:endParaRPr sz="1800">
              <a:highlight>
                <a:srgbClr val="F5F5F5"/>
              </a:highlight>
              <a:latin typeface="Archivo"/>
              <a:ea typeface="Archivo"/>
              <a:cs typeface="Archivo"/>
              <a:sym typeface="Archivo"/>
            </a:endParaRPr>
          </a:p>
          <a:p>
            <a:pPr marL="0" lvl="0" indent="0" algn="l" rtl="0">
              <a:lnSpc>
                <a:spcPct val="115000"/>
              </a:lnSpc>
              <a:spcBef>
                <a:spcPts val="0"/>
              </a:spcBef>
              <a:spcAft>
                <a:spcPts val="0"/>
              </a:spcAft>
              <a:buNone/>
            </a:pPr>
            <a:r>
              <a:rPr lang="de" sz="1800">
                <a:highlight>
                  <a:srgbClr val="F5F5F5"/>
                </a:highlight>
                <a:latin typeface="Archivo"/>
                <a:ea typeface="Archivo"/>
                <a:cs typeface="Archivo"/>
                <a:sym typeface="Archivo"/>
              </a:rPr>
              <a:t>4. Run </a:t>
            </a:r>
            <a:r>
              <a:rPr lang="de" sz="1800" b="1">
                <a:highlight>
                  <a:srgbClr val="F5F5F5"/>
                </a:highlight>
                <a:latin typeface="Archivo"/>
                <a:ea typeface="Archivo"/>
                <a:cs typeface="Archivo"/>
                <a:sym typeface="Archivo"/>
              </a:rPr>
              <a:t>LCS </a:t>
            </a:r>
            <a:r>
              <a:rPr lang="de" sz="1800">
                <a:highlight>
                  <a:srgbClr val="F5F5F5"/>
                </a:highlight>
                <a:latin typeface="Archivo"/>
                <a:ea typeface="Archivo"/>
                <a:cs typeface="Archivo"/>
                <a:sym typeface="Archivo"/>
              </a:rPr>
              <a:t>and </a:t>
            </a:r>
            <a:r>
              <a:rPr lang="de" sz="1800" b="1">
                <a:highlight>
                  <a:srgbClr val="F5F5F5"/>
                </a:highlight>
                <a:latin typeface="Archivo"/>
                <a:ea typeface="Archivo"/>
                <a:cs typeface="Archivo"/>
                <a:sym typeface="Archivo"/>
              </a:rPr>
              <a:t>N-Gram </a:t>
            </a:r>
            <a:r>
              <a:rPr lang="de" sz="1800">
                <a:highlight>
                  <a:srgbClr val="F5F5F5"/>
                </a:highlight>
                <a:latin typeface="Archivo"/>
                <a:ea typeface="Archivo"/>
                <a:cs typeface="Archivo"/>
                <a:sym typeface="Archivo"/>
              </a:rPr>
              <a:t>comparisons​</a:t>
            </a:r>
            <a:endParaRPr sz="1800">
              <a:highlight>
                <a:srgbClr val="F5F5F5"/>
              </a:highlight>
              <a:latin typeface="Archivo"/>
              <a:ea typeface="Archivo"/>
              <a:cs typeface="Archivo"/>
              <a:sym typeface="Archivo"/>
            </a:endParaRPr>
          </a:p>
          <a:p>
            <a:pPr marL="0" lvl="0" indent="0" algn="l" rtl="0">
              <a:lnSpc>
                <a:spcPct val="115000"/>
              </a:lnSpc>
              <a:spcBef>
                <a:spcPts val="0"/>
              </a:spcBef>
              <a:spcAft>
                <a:spcPts val="0"/>
              </a:spcAft>
              <a:buNone/>
            </a:pPr>
            <a:r>
              <a:rPr lang="de" sz="1800">
                <a:highlight>
                  <a:srgbClr val="F5F5F5"/>
                </a:highlight>
                <a:latin typeface="Archivo"/>
                <a:ea typeface="Archivo"/>
                <a:cs typeface="Archivo"/>
                <a:sym typeface="Archivo"/>
              </a:rPr>
              <a:t>5. Load synonyms from dictionary from synonymsMap​</a:t>
            </a:r>
            <a:endParaRPr sz="1800">
              <a:highlight>
                <a:srgbClr val="F5F5F5"/>
              </a:highlight>
              <a:latin typeface="Archivo"/>
              <a:ea typeface="Archivo"/>
              <a:cs typeface="Archivo"/>
              <a:sym typeface="Archivo"/>
            </a:endParaRPr>
          </a:p>
          <a:p>
            <a:pPr marL="0" lvl="0" indent="0" algn="l" rtl="0">
              <a:lnSpc>
                <a:spcPct val="115000"/>
              </a:lnSpc>
              <a:spcBef>
                <a:spcPts val="0"/>
              </a:spcBef>
              <a:spcAft>
                <a:spcPts val="0"/>
              </a:spcAft>
              <a:buNone/>
            </a:pPr>
            <a:r>
              <a:rPr lang="de" sz="1800">
                <a:highlight>
                  <a:srgbClr val="F5F5F5"/>
                </a:highlight>
                <a:latin typeface="Archivo"/>
                <a:ea typeface="Archivo"/>
                <a:cs typeface="Archivo"/>
                <a:sym typeface="Archivo"/>
              </a:rPr>
              <a:t>6. Match and display plagiarized phrases​</a:t>
            </a:r>
            <a:endParaRPr sz="1800">
              <a:highlight>
                <a:srgbClr val="F5F5F5"/>
              </a:highlight>
              <a:latin typeface="Archivo"/>
              <a:ea typeface="Archivo"/>
              <a:cs typeface="Archivo"/>
              <a:sym typeface="Archivo"/>
            </a:endParaRPr>
          </a:p>
          <a:p>
            <a:pPr marL="0" lvl="0" indent="0" algn="l" rtl="0">
              <a:lnSpc>
                <a:spcPct val="115000"/>
              </a:lnSpc>
              <a:spcBef>
                <a:spcPts val="0"/>
              </a:spcBef>
              <a:spcAft>
                <a:spcPts val="0"/>
              </a:spcAft>
              <a:buNone/>
            </a:pPr>
            <a:r>
              <a:rPr lang="de" sz="1800">
                <a:highlight>
                  <a:srgbClr val="F5F5F5"/>
                </a:highlight>
                <a:latin typeface="Archivo"/>
                <a:ea typeface="Archivo"/>
                <a:cs typeface="Archivo"/>
                <a:sym typeface="Archivo"/>
              </a:rPr>
              <a:t>7. Suggest alternate words or phrases from </a:t>
            </a:r>
            <a:r>
              <a:rPr lang="de" sz="1800" b="1">
                <a:highlight>
                  <a:srgbClr val="F5F5F5"/>
                </a:highlight>
                <a:latin typeface="Archivo"/>
                <a:ea typeface="Archivo"/>
                <a:cs typeface="Archivo"/>
                <a:sym typeface="Archivo"/>
              </a:rPr>
              <a:t>synonyms_data.txt</a:t>
            </a:r>
            <a:endParaRPr sz="1800" b="1">
              <a:highlight>
                <a:srgbClr val="F5F5F5"/>
              </a:highlight>
              <a:latin typeface="Archivo"/>
              <a:ea typeface="Archivo"/>
              <a:cs typeface="Archivo"/>
              <a:sym typeface="Archiv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gdc0472a3e22865c_5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 sz="2400">
                <a:solidFill>
                  <a:srgbClr val="000000"/>
                </a:solidFill>
                <a:latin typeface="Calibri"/>
                <a:ea typeface="Calibri"/>
                <a:cs typeface="Calibri"/>
                <a:sym typeface="Calibri"/>
              </a:rPr>
              <a:t>KEY FUNCTIONAL BLOCKS</a:t>
            </a:r>
            <a:endParaRPr/>
          </a:p>
        </p:txBody>
      </p:sp>
      <p:sp>
        <p:nvSpPr>
          <p:cNvPr id="488" name="Google Shape;488;gdc0472a3e22865c_59"/>
          <p:cNvSpPr txBox="1"/>
          <p:nvPr/>
        </p:nvSpPr>
        <p:spPr>
          <a:xfrm>
            <a:off x="720000" y="1683600"/>
            <a:ext cx="7388400" cy="2373600"/>
          </a:xfrm>
          <a:prstGeom prst="rect">
            <a:avLst/>
          </a:prstGeom>
          <a:noFill/>
          <a:ln>
            <a:noFill/>
          </a:ln>
        </p:spPr>
        <p:txBody>
          <a:bodyPr spcFirstLastPara="1" wrap="square" lIns="91425" tIns="91425" rIns="91425" bIns="91425" anchor="t" anchorCtr="0">
            <a:spAutoFit/>
          </a:bodyPr>
          <a:lstStyle/>
          <a:p>
            <a:pPr marL="660400" lvl="0" indent="-342900" algn="l" rtl="0">
              <a:lnSpc>
                <a:spcPct val="115000"/>
              </a:lnSpc>
              <a:spcBef>
                <a:spcPts val="0"/>
              </a:spcBef>
              <a:spcAft>
                <a:spcPts val="0"/>
              </a:spcAft>
              <a:buSzPts val="1800"/>
              <a:buFont typeface="Archivo"/>
              <a:buChar char="●"/>
            </a:pPr>
            <a:r>
              <a:rPr lang="de" sz="1800" b="1">
                <a:highlight>
                  <a:srgbClr val="F5F5F5"/>
                </a:highlight>
                <a:latin typeface="Archivo"/>
                <a:ea typeface="Archivo"/>
                <a:cs typeface="Archivo"/>
                <a:sym typeface="Archivo"/>
              </a:rPr>
              <a:t>tokenize():</a:t>
            </a:r>
            <a:r>
              <a:rPr lang="de" sz="1800">
                <a:highlight>
                  <a:srgbClr val="F5F5F5"/>
                </a:highlight>
                <a:latin typeface="Archivo"/>
                <a:ea typeface="Archivo"/>
                <a:cs typeface="Archivo"/>
                <a:sym typeface="Archivo"/>
              </a:rPr>
              <a:t> Separates words for processing.​</a:t>
            </a:r>
            <a:endParaRPr sz="1800">
              <a:highlight>
                <a:srgbClr val="F5F5F5"/>
              </a:highlight>
              <a:latin typeface="Archivo"/>
              <a:ea typeface="Archivo"/>
              <a:cs typeface="Archivo"/>
              <a:sym typeface="Archivo"/>
            </a:endParaRPr>
          </a:p>
          <a:p>
            <a:pPr marL="660400" lvl="0" indent="-342900" algn="l" rtl="0">
              <a:lnSpc>
                <a:spcPct val="115000"/>
              </a:lnSpc>
              <a:spcBef>
                <a:spcPts val="0"/>
              </a:spcBef>
              <a:spcAft>
                <a:spcPts val="0"/>
              </a:spcAft>
              <a:buSzPts val="1800"/>
              <a:buFont typeface="Archivo"/>
              <a:buChar char="●"/>
            </a:pPr>
            <a:r>
              <a:rPr lang="de" sz="1800" b="1">
                <a:highlight>
                  <a:srgbClr val="F5F5F5"/>
                </a:highlight>
                <a:latin typeface="Archivo"/>
                <a:ea typeface="Archivo"/>
                <a:cs typeface="Archivo"/>
                <a:sym typeface="Archivo"/>
              </a:rPr>
              <a:t>longestCommonSubsequence()</a:t>
            </a:r>
            <a:r>
              <a:rPr lang="de" sz="1800">
                <a:highlight>
                  <a:srgbClr val="F5F5F5"/>
                </a:highlight>
                <a:latin typeface="Archivo"/>
                <a:ea typeface="Archivo"/>
                <a:cs typeface="Archivo"/>
                <a:sym typeface="Archivo"/>
              </a:rPr>
              <a:t>: Finds similar sequences.​</a:t>
            </a:r>
            <a:endParaRPr sz="1800">
              <a:highlight>
                <a:srgbClr val="F5F5F5"/>
              </a:highlight>
              <a:latin typeface="Archivo"/>
              <a:ea typeface="Archivo"/>
              <a:cs typeface="Archivo"/>
              <a:sym typeface="Archivo"/>
            </a:endParaRPr>
          </a:p>
          <a:p>
            <a:pPr marL="660400" lvl="0" indent="-342900" algn="l" rtl="0">
              <a:lnSpc>
                <a:spcPct val="115000"/>
              </a:lnSpc>
              <a:spcBef>
                <a:spcPts val="0"/>
              </a:spcBef>
              <a:spcAft>
                <a:spcPts val="0"/>
              </a:spcAft>
              <a:buSzPts val="1800"/>
              <a:buFont typeface="Archivo"/>
              <a:buChar char="●"/>
            </a:pPr>
            <a:r>
              <a:rPr lang="de" sz="1800" b="1">
                <a:highlight>
                  <a:srgbClr val="F5F5F5"/>
                </a:highlight>
                <a:latin typeface="Archivo"/>
                <a:ea typeface="Archivo"/>
                <a:cs typeface="Archivo"/>
                <a:sym typeface="Archivo"/>
              </a:rPr>
              <a:t>getNGrams(): </a:t>
            </a:r>
            <a:r>
              <a:rPr lang="de" sz="1800">
                <a:highlight>
                  <a:srgbClr val="F5F5F5"/>
                </a:highlight>
                <a:latin typeface="Archivo"/>
                <a:ea typeface="Archivo"/>
                <a:cs typeface="Archivo"/>
                <a:sym typeface="Archivo"/>
              </a:rPr>
              <a:t>Creates sliding window phrases.​</a:t>
            </a:r>
            <a:endParaRPr sz="1800">
              <a:highlight>
                <a:srgbClr val="F5F5F5"/>
              </a:highlight>
              <a:latin typeface="Archivo"/>
              <a:ea typeface="Archivo"/>
              <a:cs typeface="Archivo"/>
              <a:sym typeface="Archivo"/>
            </a:endParaRPr>
          </a:p>
          <a:p>
            <a:pPr marL="660400" lvl="0" indent="-342900" algn="l" rtl="0">
              <a:lnSpc>
                <a:spcPct val="115000"/>
              </a:lnSpc>
              <a:spcBef>
                <a:spcPts val="0"/>
              </a:spcBef>
              <a:spcAft>
                <a:spcPts val="0"/>
              </a:spcAft>
              <a:buSzPts val="1800"/>
              <a:buFont typeface="Archivo"/>
              <a:buChar char="●"/>
            </a:pPr>
            <a:r>
              <a:rPr lang="de" sz="1800" b="1">
                <a:highlight>
                  <a:srgbClr val="F5F5F5"/>
                </a:highlight>
                <a:latin typeface="Archivo"/>
                <a:ea typeface="Archivo"/>
                <a:cs typeface="Archivo"/>
                <a:sym typeface="Archivo"/>
              </a:rPr>
              <a:t>mergeSort(): </a:t>
            </a:r>
            <a:r>
              <a:rPr lang="de" sz="1800">
                <a:highlight>
                  <a:srgbClr val="F5F5F5"/>
                </a:highlight>
                <a:latin typeface="Archivo"/>
                <a:ea typeface="Archivo"/>
                <a:cs typeface="Archivo"/>
                <a:sym typeface="Archivo"/>
              </a:rPr>
              <a:t>Sorts frequent n-grams or matches.​</a:t>
            </a:r>
            <a:endParaRPr sz="1800">
              <a:highlight>
                <a:srgbClr val="F5F5F5"/>
              </a:highlight>
              <a:latin typeface="Archivo"/>
              <a:ea typeface="Archivo"/>
              <a:cs typeface="Archivo"/>
              <a:sym typeface="Archivo"/>
            </a:endParaRPr>
          </a:p>
          <a:p>
            <a:pPr marL="660400" lvl="0" indent="-342900" algn="l" rtl="0">
              <a:lnSpc>
                <a:spcPct val="115000"/>
              </a:lnSpc>
              <a:spcBef>
                <a:spcPts val="0"/>
              </a:spcBef>
              <a:spcAft>
                <a:spcPts val="0"/>
              </a:spcAft>
              <a:buSzPts val="1800"/>
              <a:buFont typeface="Archivo"/>
              <a:buChar char="●"/>
            </a:pPr>
            <a:r>
              <a:rPr lang="de" sz="1800" b="1">
                <a:highlight>
                  <a:srgbClr val="F5F5F5"/>
                </a:highlight>
                <a:latin typeface="Archivo"/>
                <a:ea typeface="Archivo"/>
                <a:cs typeface="Archivo"/>
                <a:sym typeface="Archivo"/>
              </a:rPr>
              <a:t>matchedNGrams():</a:t>
            </a:r>
            <a:r>
              <a:rPr lang="de" sz="1800">
                <a:highlight>
                  <a:srgbClr val="F5F5F5"/>
                </a:highlight>
                <a:latin typeface="Archivo"/>
                <a:ea typeface="Archivo"/>
                <a:cs typeface="Archivo"/>
                <a:sym typeface="Archivo"/>
              </a:rPr>
              <a:t> Identifies overlapping phrases.​</a:t>
            </a:r>
            <a:endParaRPr sz="1800">
              <a:highlight>
                <a:srgbClr val="F5F5F5"/>
              </a:highlight>
              <a:latin typeface="Archivo"/>
              <a:ea typeface="Archivo"/>
              <a:cs typeface="Archivo"/>
              <a:sym typeface="Archivo"/>
            </a:endParaRPr>
          </a:p>
          <a:p>
            <a:pPr marL="660400" lvl="0" indent="-342900" algn="l" rtl="0">
              <a:lnSpc>
                <a:spcPct val="115000"/>
              </a:lnSpc>
              <a:spcBef>
                <a:spcPts val="0"/>
              </a:spcBef>
              <a:spcAft>
                <a:spcPts val="0"/>
              </a:spcAft>
              <a:buSzPts val="1800"/>
              <a:buFont typeface="Archivo"/>
              <a:buChar char="●"/>
            </a:pPr>
            <a:r>
              <a:rPr lang="de" sz="1800" b="1">
                <a:highlight>
                  <a:srgbClr val="F5F5F5"/>
                </a:highlight>
                <a:latin typeface="Archivo"/>
                <a:ea typeface="Archivo"/>
                <a:cs typeface="Archivo"/>
                <a:sym typeface="Archivo"/>
              </a:rPr>
              <a:t>loadSynonyms(): </a:t>
            </a:r>
            <a:r>
              <a:rPr lang="de" sz="1800">
                <a:highlight>
                  <a:srgbClr val="F5F5F5"/>
                </a:highlight>
                <a:latin typeface="Archivo"/>
                <a:ea typeface="Archivo"/>
                <a:cs typeface="Archivo"/>
                <a:sym typeface="Archivo"/>
              </a:rPr>
              <a:t>Loads word-alternatives.​</a:t>
            </a:r>
            <a:endParaRPr sz="1800">
              <a:highlight>
                <a:srgbClr val="F5F5F5"/>
              </a:highlight>
              <a:latin typeface="Archivo"/>
              <a:ea typeface="Archivo"/>
              <a:cs typeface="Archivo"/>
              <a:sym typeface="Archivo"/>
            </a:endParaRPr>
          </a:p>
          <a:p>
            <a:pPr marL="660400" lvl="0" indent="-342900" algn="l" rtl="0">
              <a:lnSpc>
                <a:spcPct val="115000"/>
              </a:lnSpc>
              <a:spcBef>
                <a:spcPts val="0"/>
              </a:spcBef>
              <a:spcAft>
                <a:spcPts val="0"/>
              </a:spcAft>
              <a:buSzPts val="1800"/>
              <a:buFont typeface="Archivo"/>
              <a:buChar char="●"/>
            </a:pPr>
            <a:r>
              <a:rPr lang="de" sz="1800" b="1">
                <a:highlight>
                  <a:srgbClr val="F5F5F5"/>
                </a:highlight>
                <a:latin typeface="Archivo"/>
                <a:ea typeface="Archivo"/>
                <a:cs typeface="Archivo"/>
                <a:sym typeface="Archivo"/>
              </a:rPr>
              <a:t>suggestWordsToChange(): </a:t>
            </a:r>
            <a:r>
              <a:rPr lang="de" sz="1800">
                <a:highlight>
                  <a:srgbClr val="F5F5F5"/>
                </a:highlight>
                <a:latin typeface="Archivo"/>
                <a:ea typeface="Archivo"/>
                <a:cs typeface="Archivo"/>
                <a:sym typeface="Archivo"/>
              </a:rPr>
              <a:t>Offers replacement suggestions.</a:t>
            </a:r>
            <a:endParaRPr sz="1800">
              <a:highlight>
                <a:srgbClr val="F5F5F5"/>
              </a:highlight>
              <a:latin typeface="Archivo"/>
              <a:ea typeface="Archivo"/>
              <a:cs typeface="Archivo"/>
              <a:sym typeface="Archiv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gdc0472a3e22865c_0"/>
          <p:cNvSpPr txBox="1">
            <a:spLocks noGrp="1"/>
          </p:cNvSpPr>
          <p:nvPr>
            <p:ph type="title"/>
          </p:nvPr>
        </p:nvSpPr>
        <p:spPr>
          <a:xfrm>
            <a:off x="1902336" y="2352475"/>
            <a:ext cx="5067600" cy="1047000"/>
          </a:xfrm>
          <a:prstGeom prst="rect">
            <a:avLst/>
          </a:prstGeom>
          <a:solidFill>
            <a:schemeClr val="lt1"/>
          </a:solidFill>
          <a:ln>
            <a:noFill/>
          </a:ln>
        </p:spPr>
        <p:txBody>
          <a:bodyPr spcFirstLastPara="1" wrap="square" lIns="91425" tIns="91425" rIns="91425" bIns="91425" anchor="b" anchorCtr="0">
            <a:noAutofit/>
          </a:bodyPr>
          <a:lstStyle/>
          <a:p>
            <a:pPr marL="0" lvl="0" indent="0" algn="l" rtl="0">
              <a:spcBef>
                <a:spcPts val="0"/>
              </a:spcBef>
              <a:spcAft>
                <a:spcPts val="0"/>
              </a:spcAft>
              <a:buSzPts val="2400"/>
              <a:buNone/>
            </a:pPr>
            <a:r>
              <a:rPr lang="de" sz="4000"/>
              <a:t>CODE SNIPPET</a:t>
            </a:r>
            <a:endParaRPr sz="4000"/>
          </a:p>
        </p:txBody>
      </p:sp>
      <p:sp>
        <p:nvSpPr>
          <p:cNvPr id="494" name="Google Shape;494;gdc0472a3e22865c_0"/>
          <p:cNvSpPr txBox="1">
            <a:spLocks noGrp="1"/>
          </p:cNvSpPr>
          <p:nvPr>
            <p:ph type="title" idx="2"/>
          </p:nvPr>
        </p:nvSpPr>
        <p:spPr>
          <a:xfrm>
            <a:off x="2042402" y="1436575"/>
            <a:ext cx="1995000" cy="9159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0" anchor="ctr" anchorCtr="0">
            <a:noAutofit/>
          </a:bodyPr>
          <a:lstStyle/>
          <a:p>
            <a:pPr marL="0" lvl="0" indent="0" algn="ctr" rtl="0">
              <a:lnSpc>
                <a:spcPct val="115000"/>
              </a:lnSpc>
              <a:spcBef>
                <a:spcPts val="0"/>
              </a:spcBef>
              <a:spcAft>
                <a:spcPts val="0"/>
              </a:spcAft>
              <a:buSzPts val="6000"/>
              <a:buNone/>
            </a:pPr>
            <a:r>
              <a:rPr lang="de"/>
              <a:t>04</a:t>
            </a:r>
            <a:endParaRPr/>
          </a:p>
        </p:txBody>
      </p:sp>
      <p:pic>
        <p:nvPicPr>
          <p:cNvPr id="495" name="Google Shape;495;gdc0472a3e22865c_0"/>
          <p:cNvPicPr preferRelativeResize="0"/>
          <p:nvPr/>
        </p:nvPicPr>
        <p:blipFill rotWithShape="1">
          <a:blip r:embed="rId3">
            <a:alphaModFix/>
          </a:blip>
          <a:srcRect t="19097" r="5042" b="2954"/>
          <a:stretch/>
        </p:blipFill>
        <p:spPr>
          <a:xfrm flipH="1">
            <a:off x="4037238" y="1481775"/>
            <a:ext cx="3716124" cy="958850"/>
          </a:xfrm>
          <a:prstGeom prst="rect">
            <a:avLst/>
          </a:prstGeom>
          <a:noFill/>
          <a:ln>
            <a:noFill/>
          </a:ln>
        </p:spPr>
      </p:pic>
      <p:grpSp>
        <p:nvGrpSpPr>
          <p:cNvPr id="496" name="Google Shape;496;gdc0472a3e22865c_0"/>
          <p:cNvGrpSpPr/>
          <p:nvPr/>
        </p:nvGrpSpPr>
        <p:grpSpPr>
          <a:xfrm>
            <a:off x="8400" y="69700"/>
            <a:ext cx="9135602" cy="5004101"/>
            <a:chOff x="8400" y="69700"/>
            <a:chExt cx="9135602" cy="5004101"/>
          </a:xfrm>
        </p:grpSpPr>
        <p:pic>
          <p:nvPicPr>
            <p:cNvPr id="497" name="Google Shape;497;gdc0472a3e22865c_0"/>
            <p:cNvPicPr preferRelativeResize="0"/>
            <p:nvPr/>
          </p:nvPicPr>
          <p:blipFill rotWithShape="1">
            <a:blip r:embed="rId4">
              <a:alphaModFix/>
            </a:blip>
            <a:srcRect t="1400" r="83035" b="-1399"/>
            <a:stretch/>
          </p:blipFill>
          <p:spPr>
            <a:xfrm>
              <a:off x="8010525" y="69700"/>
              <a:ext cx="1133476" cy="5004101"/>
            </a:xfrm>
            <a:prstGeom prst="rect">
              <a:avLst/>
            </a:prstGeom>
            <a:noFill/>
            <a:ln>
              <a:noFill/>
            </a:ln>
          </p:spPr>
        </p:pic>
        <p:pic>
          <p:nvPicPr>
            <p:cNvPr id="498" name="Google Shape;498;gdc0472a3e22865c_0"/>
            <p:cNvPicPr preferRelativeResize="0"/>
            <p:nvPr/>
          </p:nvPicPr>
          <p:blipFill rotWithShape="1">
            <a:blip r:embed="rId4">
              <a:alphaModFix/>
            </a:blip>
            <a:srcRect t="1400" r="83035" b="-1399"/>
            <a:stretch/>
          </p:blipFill>
          <p:spPr>
            <a:xfrm rot="10800000">
              <a:off x="8400" y="69700"/>
              <a:ext cx="1133476" cy="5004101"/>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dc0472a3e22865c_7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 sz="2400">
                <a:solidFill>
                  <a:srgbClr val="000000"/>
                </a:solidFill>
                <a:highlight>
                  <a:srgbClr val="F5F5F5"/>
                </a:highlight>
              </a:rPr>
              <a:t>Function: tokenize()</a:t>
            </a:r>
            <a:endParaRPr sz="2400"/>
          </a:p>
        </p:txBody>
      </p:sp>
      <p:pic>
        <p:nvPicPr>
          <p:cNvPr id="504" name="Google Shape;504;gdc0472a3e22865c_73"/>
          <p:cNvPicPr preferRelativeResize="0"/>
          <p:nvPr/>
        </p:nvPicPr>
        <p:blipFill>
          <a:blip r:embed="rId3">
            <a:alphaModFix/>
          </a:blip>
          <a:stretch>
            <a:fillRect/>
          </a:stretch>
        </p:blipFill>
        <p:spPr>
          <a:xfrm>
            <a:off x="2006788" y="1258325"/>
            <a:ext cx="5686425" cy="2781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gdc0472a3e22865c_8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 sz="2400">
                <a:solidFill>
                  <a:srgbClr val="000000"/>
                </a:solidFill>
                <a:highlight>
                  <a:srgbClr val="F5F5F5"/>
                </a:highlight>
              </a:rPr>
              <a:t>Function: longestCommonSubsequence()</a:t>
            </a:r>
            <a:endParaRPr sz="2400"/>
          </a:p>
        </p:txBody>
      </p:sp>
      <p:pic>
        <p:nvPicPr>
          <p:cNvPr id="510" name="Google Shape;510;gdc0472a3e22865c_83"/>
          <p:cNvPicPr preferRelativeResize="0"/>
          <p:nvPr/>
        </p:nvPicPr>
        <p:blipFill>
          <a:blip r:embed="rId3">
            <a:alphaModFix/>
          </a:blip>
          <a:stretch>
            <a:fillRect/>
          </a:stretch>
        </p:blipFill>
        <p:spPr>
          <a:xfrm>
            <a:off x="720000" y="1325250"/>
            <a:ext cx="7795874" cy="2355002"/>
          </a:xfrm>
          <a:prstGeom prst="rect">
            <a:avLst/>
          </a:prstGeom>
          <a:noFill/>
          <a:ln>
            <a:noFill/>
          </a:ln>
        </p:spPr>
      </p:pic>
      <p:sp>
        <p:nvSpPr>
          <p:cNvPr id="511" name="Google Shape;511;gdc0472a3e22865c_83"/>
          <p:cNvSpPr txBox="1"/>
          <p:nvPr/>
        </p:nvSpPr>
        <p:spPr>
          <a:xfrm>
            <a:off x="243025" y="140145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de" sz="1200">
                <a:latin typeface="Times New Roman"/>
                <a:ea typeface="Times New Roman"/>
                <a:cs typeface="Times New Roman"/>
                <a:sym typeface="Times New Roman"/>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gdc0472a3e22865c_9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 sz="2400">
                <a:solidFill>
                  <a:srgbClr val="000000"/>
                </a:solidFill>
                <a:highlight>
                  <a:srgbClr val="F5F5F5"/>
                </a:highlight>
              </a:rPr>
              <a:t>Function: getNGrams()</a:t>
            </a:r>
            <a:endParaRPr sz="2400"/>
          </a:p>
        </p:txBody>
      </p:sp>
      <p:pic>
        <p:nvPicPr>
          <p:cNvPr id="517" name="Google Shape;517;gdc0472a3e22865c_93"/>
          <p:cNvPicPr preferRelativeResize="0"/>
          <p:nvPr/>
        </p:nvPicPr>
        <p:blipFill>
          <a:blip r:embed="rId3">
            <a:alphaModFix/>
          </a:blip>
          <a:stretch>
            <a:fillRect/>
          </a:stretch>
        </p:blipFill>
        <p:spPr>
          <a:xfrm>
            <a:off x="1048250" y="1327850"/>
            <a:ext cx="7606601" cy="2789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gdc0472a3e22865c_10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 sz="2400">
                <a:solidFill>
                  <a:srgbClr val="000000"/>
                </a:solidFill>
                <a:highlight>
                  <a:srgbClr val="F5F5F5"/>
                </a:highlight>
                <a:latin typeface="Archivo"/>
                <a:ea typeface="Archivo"/>
                <a:cs typeface="Archivo"/>
                <a:sym typeface="Archivo"/>
              </a:rPr>
              <a:t>Function: mergeSort()</a:t>
            </a:r>
            <a:endParaRPr sz="2400">
              <a:latin typeface="Archivo"/>
              <a:ea typeface="Archivo"/>
              <a:cs typeface="Archivo"/>
              <a:sym typeface="Archivo"/>
            </a:endParaRPr>
          </a:p>
        </p:txBody>
      </p:sp>
      <p:pic>
        <p:nvPicPr>
          <p:cNvPr id="523" name="Google Shape;523;gdc0472a3e22865c_104"/>
          <p:cNvPicPr preferRelativeResize="0"/>
          <p:nvPr/>
        </p:nvPicPr>
        <p:blipFill>
          <a:blip r:embed="rId3">
            <a:alphaModFix/>
          </a:blip>
          <a:stretch>
            <a:fillRect/>
          </a:stretch>
        </p:blipFill>
        <p:spPr>
          <a:xfrm>
            <a:off x="1496200" y="1125825"/>
            <a:ext cx="6523926" cy="3085750"/>
          </a:xfrm>
          <a:prstGeom prst="rect">
            <a:avLst/>
          </a:prstGeom>
          <a:noFill/>
          <a:ln>
            <a:noFill/>
          </a:ln>
        </p:spPr>
      </p:pic>
      <p:sp>
        <p:nvSpPr>
          <p:cNvPr id="524" name="Google Shape;524;gdc0472a3e22865c_104"/>
          <p:cNvSpPr txBox="1"/>
          <p:nvPr/>
        </p:nvSpPr>
        <p:spPr>
          <a:xfrm>
            <a:off x="1329858" y="1328630"/>
            <a:ext cx="2502600" cy="193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de" sz="1200">
                <a:latin typeface="Times New Roman"/>
                <a:ea typeface="Times New Roman"/>
                <a:cs typeface="Times New Roman"/>
                <a:sym typeface="Times New Roman"/>
              </a:rPr>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gdc0472a3e22865c_1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 sz="2400">
                <a:solidFill>
                  <a:srgbClr val="000000"/>
                </a:solidFill>
                <a:highlight>
                  <a:srgbClr val="F5F5F5"/>
                </a:highlight>
                <a:latin typeface="Archivo"/>
                <a:ea typeface="Archivo"/>
                <a:cs typeface="Archivo"/>
                <a:sym typeface="Archivo"/>
              </a:rPr>
              <a:t>Function: matchedNGrams()</a:t>
            </a:r>
            <a:endParaRPr sz="2400">
              <a:latin typeface="Archivo"/>
              <a:ea typeface="Archivo"/>
              <a:cs typeface="Archivo"/>
              <a:sym typeface="Archivo"/>
            </a:endParaRPr>
          </a:p>
        </p:txBody>
      </p:sp>
      <p:pic>
        <p:nvPicPr>
          <p:cNvPr id="530" name="Google Shape;530;gdc0472a3e22865c_119"/>
          <p:cNvPicPr preferRelativeResize="0"/>
          <p:nvPr/>
        </p:nvPicPr>
        <p:blipFill>
          <a:blip r:embed="rId3">
            <a:alphaModFix/>
          </a:blip>
          <a:stretch>
            <a:fillRect/>
          </a:stretch>
        </p:blipFill>
        <p:spPr>
          <a:xfrm>
            <a:off x="1140925" y="1480750"/>
            <a:ext cx="7143224" cy="2221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gdc0472a3e22865c_134"/>
          <p:cNvSpPr txBox="1">
            <a:spLocks noGrp="1"/>
          </p:cNvSpPr>
          <p:nvPr>
            <p:ph type="title"/>
          </p:nvPr>
        </p:nvSpPr>
        <p:spPr>
          <a:xfrm>
            <a:off x="576650" y="2113175"/>
            <a:ext cx="2733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sz="2400">
                <a:solidFill>
                  <a:srgbClr val="000000"/>
                </a:solidFill>
                <a:highlight>
                  <a:srgbClr val="F5F5F5"/>
                </a:highlight>
                <a:latin typeface="Archivo"/>
                <a:ea typeface="Archivo"/>
                <a:cs typeface="Archivo"/>
                <a:sym typeface="Archivo"/>
              </a:rPr>
              <a:t>Function: loadSynonyms()​</a:t>
            </a:r>
            <a:endParaRPr sz="2400">
              <a:latin typeface="Archivo"/>
              <a:ea typeface="Archivo"/>
              <a:cs typeface="Archivo"/>
              <a:sym typeface="Archivo"/>
            </a:endParaRPr>
          </a:p>
        </p:txBody>
      </p:sp>
      <p:pic>
        <p:nvPicPr>
          <p:cNvPr id="536" name="Google Shape;536;gdc0472a3e22865c_134"/>
          <p:cNvPicPr preferRelativeResize="0"/>
          <p:nvPr/>
        </p:nvPicPr>
        <p:blipFill>
          <a:blip r:embed="rId3">
            <a:alphaModFix/>
          </a:blip>
          <a:stretch>
            <a:fillRect/>
          </a:stretch>
        </p:blipFill>
        <p:spPr>
          <a:xfrm>
            <a:off x="3418700" y="215475"/>
            <a:ext cx="5467876" cy="47066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gdc0472a3e22865c_165"/>
          <p:cNvSpPr txBox="1">
            <a:spLocks noGrp="1"/>
          </p:cNvSpPr>
          <p:nvPr>
            <p:ph type="title"/>
          </p:nvPr>
        </p:nvSpPr>
        <p:spPr>
          <a:xfrm>
            <a:off x="2860254" y="614925"/>
            <a:ext cx="3585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sz="2400">
                <a:solidFill>
                  <a:srgbClr val="000000"/>
                </a:solidFill>
                <a:highlight>
                  <a:srgbClr val="F5F5F5"/>
                </a:highlight>
                <a:latin typeface="Archivo"/>
                <a:ea typeface="Archivo"/>
                <a:cs typeface="Archivo"/>
                <a:sym typeface="Archivo"/>
              </a:rPr>
              <a:t>Function: cleanword()​</a:t>
            </a:r>
            <a:endParaRPr sz="2400">
              <a:latin typeface="Archivo"/>
              <a:ea typeface="Archivo"/>
              <a:cs typeface="Archivo"/>
              <a:sym typeface="Archivo"/>
            </a:endParaRPr>
          </a:p>
        </p:txBody>
      </p:sp>
      <p:pic>
        <p:nvPicPr>
          <p:cNvPr id="542" name="Google Shape;542;gdc0472a3e22865c_165"/>
          <p:cNvPicPr preferRelativeResize="0"/>
          <p:nvPr/>
        </p:nvPicPr>
        <p:blipFill>
          <a:blip r:embed="rId3">
            <a:alphaModFix/>
          </a:blip>
          <a:stretch>
            <a:fillRect/>
          </a:stretch>
        </p:blipFill>
        <p:spPr>
          <a:xfrm>
            <a:off x="882475" y="1331700"/>
            <a:ext cx="7671625" cy="2864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gdc0472a3e22865c_1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 sz="2400">
                <a:solidFill>
                  <a:srgbClr val="000000"/>
                </a:solidFill>
                <a:highlight>
                  <a:srgbClr val="F5F5F5"/>
                </a:highlight>
                <a:latin typeface="Archivo"/>
                <a:ea typeface="Archivo"/>
                <a:cs typeface="Archivo"/>
                <a:sym typeface="Archivo"/>
              </a:rPr>
              <a:t>Function: suggestSynonymsForMatches()​</a:t>
            </a:r>
            <a:endParaRPr sz="2400">
              <a:latin typeface="Archivo"/>
              <a:ea typeface="Archivo"/>
              <a:cs typeface="Archivo"/>
              <a:sym typeface="Archivo"/>
            </a:endParaRPr>
          </a:p>
        </p:txBody>
      </p:sp>
      <p:pic>
        <p:nvPicPr>
          <p:cNvPr id="548" name="Google Shape;548;gdc0472a3e22865c_150"/>
          <p:cNvPicPr preferRelativeResize="0"/>
          <p:nvPr/>
        </p:nvPicPr>
        <p:blipFill>
          <a:blip r:embed="rId3">
            <a:alphaModFix/>
          </a:blip>
          <a:stretch>
            <a:fillRect/>
          </a:stretch>
        </p:blipFill>
        <p:spPr>
          <a:xfrm>
            <a:off x="1858650" y="1186750"/>
            <a:ext cx="5961375" cy="3613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gdc0472a3e22865c_9"/>
          <p:cNvSpPr txBox="1">
            <a:spLocks noGrp="1"/>
          </p:cNvSpPr>
          <p:nvPr>
            <p:ph type="title"/>
          </p:nvPr>
        </p:nvSpPr>
        <p:spPr>
          <a:xfrm>
            <a:off x="1902336" y="2352475"/>
            <a:ext cx="5067600" cy="1047000"/>
          </a:xfrm>
          <a:prstGeom prst="rect">
            <a:avLst/>
          </a:prstGeom>
          <a:solidFill>
            <a:schemeClr val="lt1"/>
          </a:solidFill>
          <a:ln>
            <a:noFill/>
          </a:ln>
        </p:spPr>
        <p:txBody>
          <a:bodyPr spcFirstLastPara="1" wrap="square" lIns="91425" tIns="91425" rIns="91425" bIns="91425" anchor="b" anchorCtr="0">
            <a:noAutofit/>
          </a:bodyPr>
          <a:lstStyle/>
          <a:p>
            <a:pPr marL="0" lvl="0" indent="0" algn="l" rtl="0">
              <a:spcBef>
                <a:spcPts val="0"/>
              </a:spcBef>
              <a:spcAft>
                <a:spcPts val="0"/>
              </a:spcAft>
              <a:buSzPts val="2400"/>
              <a:buNone/>
            </a:pPr>
            <a:r>
              <a:rPr lang="de" sz="4000"/>
              <a:t>OUTPUT</a:t>
            </a:r>
            <a:endParaRPr sz="4000"/>
          </a:p>
        </p:txBody>
      </p:sp>
      <p:sp>
        <p:nvSpPr>
          <p:cNvPr id="554" name="Google Shape;554;gdc0472a3e22865c_9"/>
          <p:cNvSpPr txBox="1">
            <a:spLocks noGrp="1"/>
          </p:cNvSpPr>
          <p:nvPr>
            <p:ph type="title" idx="2"/>
          </p:nvPr>
        </p:nvSpPr>
        <p:spPr>
          <a:xfrm>
            <a:off x="2042402" y="1436575"/>
            <a:ext cx="1995000" cy="9159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0" anchor="ctr" anchorCtr="0">
            <a:noAutofit/>
          </a:bodyPr>
          <a:lstStyle/>
          <a:p>
            <a:pPr marL="0" lvl="0" indent="0" algn="ctr" rtl="0">
              <a:lnSpc>
                <a:spcPct val="115000"/>
              </a:lnSpc>
              <a:spcBef>
                <a:spcPts val="0"/>
              </a:spcBef>
              <a:spcAft>
                <a:spcPts val="0"/>
              </a:spcAft>
              <a:buSzPts val="6000"/>
              <a:buNone/>
            </a:pPr>
            <a:r>
              <a:rPr lang="de"/>
              <a:t>05</a:t>
            </a:r>
            <a:endParaRPr/>
          </a:p>
        </p:txBody>
      </p:sp>
      <p:pic>
        <p:nvPicPr>
          <p:cNvPr id="555" name="Google Shape;555;gdc0472a3e22865c_9"/>
          <p:cNvPicPr preferRelativeResize="0"/>
          <p:nvPr/>
        </p:nvPicPr>
        <p:blipFill rotWithShape="1">
          <a:blip r:embed="rId3">
            <a:alphaModFix/>
          </a:blip>
          <a:srcRect t="19097" r="5042" b="2954"/>
          <a:stretch/>
        </p:blipFill>
        <p:spPr>
          <a:xfrm flipH="1">
            <a:off x="4037238" y="1481775"/>
            <a:ext cx="3716124" cy="958850"/>
          </a:xfrm>
          <a:prstGeom prst="rect">
            <a:avLst/>
          </a:prstGeom>
          <a:noFill/>
          <a:ln>
            <a:noFill/>
          </a:ln>
        </p:spPr>
      </p:pic>
      <p:grpSp>
        <p:nvGrpSpPr>
          <p:cNvPr id="556" name="Google Shape;556;gdc0472a3e22865c_9"/>
          <p:cNvGrpSpPr/>
          <p:nvPr/>
        </p:nvGrpSpPr>
        <p:grpSpPr>
          <a:xfrm>
            <a:off x="8400" y="69700"/>
            <a:ext cx="9135602" cy="5004101"/>
            <a:chOff x="8400" y="69700"/>
            <a:chExt cx="9135602" cy="5004101"/>
          </a:xfrm>
        </p:grpSpPr>
        <p:pic>
          <p:nvPicPr>
            <p:cNvPr id="557" name="Google Shape;557;gdc0472a3e22865c_9"/>
            <p:cNvPicPr preferRelativeResize="0"/>
            <p:nvPr/>
          </p:nvPicPr>
          <p:blipFill rotWithShape="1">
            <a:blip r:embed="rId4">
              <a:alphaModFix/>
            </a:blip>
            <a:srcRect t="1400" r="83035" b="-1399"/>
            <a:stretch/>
          </p:blipFill>
          <p:spPr>
            <a:xfrm>
              <a:off x="8010525" y="69700"/>
              <a:ext cx="1133476" cy="5004101"/>
            </a:xfrm>
            <a:prstGeom prst="rect">
              <a:avLst/>
            </a:prstGeom>
            <a:noFill/>
            <a:ln>
              <a:noFill/>
            </a:ln>
          </p:spPr>
        </p:pic>
        <p:pic>
          <p:nvPicPr>
            <p:cNvPr id="558" name="Google Shape;558;gdc0472a3e22865c_9"/>
            <p:cNvPicPr preferRelativeResize="0"/>
            <p:nvPr/>
          </p:nvPicPr>
          <p:blipFill rotWithShape="1">
            <a:blip r:embed="rId4">
              <a:alphaModFix/>
            </a:blip>
            <a:srcRect t="1400" r="83035" b="-1399"/>
            <a:stretch/>
          </p:blipFill>
          <p:spPr>
            <a:xfrm rot="10800000">
              <a:off x="8400" y="69700"/>
              <a:ext cx="1133476" cy="5004101"/>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pic>
        <p:nvPicPr>
          <p:cNvPr id="563" name="Google Shape;563;gdc0472a3e22865c_181"/>
          <p:cNvPicPr preferRelativeResize="0"/>
          <p:nvPr/>
        </p:nvPicPr>
        <p:blipFill>
          <a:blip r:embed="rId3">
            <a:alphaModFix/>
          </a:blip>
          <a:stretch>
            <a:fillRect/>
          </a:stretch>
        </p:blipFill>
        <p:spPr>
          <a:xfrm>
            <a:off x="3828525" y="424863"/>
            <a:ext cx="4548325" cy="4293775"/>
          </a:xfrm>
          <a:prstGeom prst="rect">
            <a:avLst/>
          </a:prstGeom>
          <a:noFill/>
          <a:ln>
            <a:noFill/>
          </a:ln>
        </p:spPr>
      </p:pic>
      <p:sp>
        <p:nvSpPr>
          <p:cNvPr id="564" name="Google Shape;564;gdc0472a3e22865c_181"/>
          <p:cNvSpPr txBox="1">
            <a:spLocks noGrp="1"/>
          </p:cNvSpPr>
          <p:nvPr>
            <p:ph type="title"/>
          </p:nvPr>
        </p:nvSpPr>
        <p:spPr>
          <a:xfrm>
            <a:off x="589405" y="1858200"/>
            <a:ext cx="2783100" cy="1047000"/>
          </a:xfrm>
          <a:prstGeom prst="rect">
            <a:avLst/>
          </a:prstGeom>
          <a:solidFill>
            <a:schemeClr val="lt1"/>
          </a:solidFill>
          <a:ln>
            <a:noFill/>
          </a:ln>
        </p:spPr>
        <p:txBody>
          <a:bodyPr spcFirstLastPara="1" wrap="square" lIns="91425" tIns="91425" rIns="91425" bIns="91425" anchor="b" anchorCtr="0">
            <a:noAutofit/>
          </a:bodyPr>
          <a:lstStyle/>
          <a:p>
            <a:pPr marL="0" lvl="0" indent="0" algn="l" rtl="0">
              <a:spcBef>
                <a:spcPts val="0"/>
              </a:spcBef>
              <a:spcAft>
                <a:spcPts val="0"/>
              </a:spcAft>
              <a:buSzPts val="2400"/>
              <a:buNone/>
            </a:pPr>
            <a:r>
              <a:rPr lang="de" sz="2400"/>
              <a:t>DATASET FOR STORING SYNONYMS</a:t>
            </a:r>
            <a:endParaRPr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gdc0472a3e22865c_189"/>
          <p:cNvSpPr txBox="1">
            <a:spLocks noGrp="1"/>
          </p:cNvSpPr>
          <p:nvPr>
            <p:ph type="title"/>
          </p:nvPr>
        </p:nvSpPr>
        <p:spPr>
          <a:xfrm>
            <a:off x="589405" y="1858200"/>
            <a:ext cx="2783100" cy="1047000"/>
          </a:xfrm>
          <a:prstGeom prst="rect">
            <a:avLst/>
          </a:prstGeom>
          <a:solidFill>
            <a:schemeClr val="lt1"/>
          </a:solidFill>
          <a:ln>
            <a:noFill/>
          </a:ln>
        </p:spPr>
        <p:txBody>
          <a:bodyPr spcFirstLastPara="1" wrap="square" lIns="91425" tIns="91425" rIns="91425" bIns="91425" anchor="b" anchorCtr="0">
            <a:noAutofit/>
          </a:bodyPr>
          <a:lstStyle/>
          <a:p>
            <a:pPr marL="0" lvl="0" indent="0" algn="l" rtl="0">
              <a:spcBef>
                <a:spcPts val="0"/>
              </a:spcBef>
              <a:spcAft>
                <a:spcPts val="0"/>
              </a:spcAft>
              <a:buSzPts val="2400"/>
              <a:buNone/>
            </a:pPr>
            <a:r>
              <a:rPr lang="de" sz="2400"/>
              <a:t>DATASET</a:t>
            </a:r>
            <a:endParaRPr sz="2400"/>
          </a:p>
          <a:p>
            <a:pPr marL="0" lvl="0" indent="0" algn="l" rtl="0">
              <a:spcBef>
                <a:spcPts val="0"/>
              </a:spcBef>
              <a:spcAft>
                <a:spcPts val="0"/>
              </a:spcAft>
              <a:buSzPts val="2400"/>
              <a:buNone/>
            </a:pPr>
            <a:r>
              <a:rPr lang="de" sz="2400"/>
              <a:t>FOR STORING ORIGINAL TEXT</a:t>
            </a:r>
            <a:endParaRPr sz="2400"/>
          </a:p>
        </p:txBody>
      </p:sp>
      <p:pic>
        <p:nvPicPr>
          <p:cNvPr id="570" name="Google Shape;570;gdc0472a3e22865c_189"/>
          <p:cNvPicPr preferRelativeResize="0"/>
          <p:nvPr/>
        </p:nvPicPr>
        <p:blipFill>
          <a:blip r:embed="rId3">
            <a:alphaModFix/>
          </a:blip>
          <a:stretch>
            <a:fillRect/>
          </a:stretch>
        </p:blipFill>
        <p:spPr>
          <a:xfrm>
            <a:off x="3262330" y="492200"/>
            <a:ext cx="5466697" cy="428940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pic>
        <p:nvPicPr>
          <p:cNvPr id="575" name="Google Shape;575;gdc0472a3e22865c_195"/>
          <p:cNvPicPr preferRelativeResize="0"/>
          <p:nvPr/>
        </p:nvPicPr>
        <p:blipFill>
          <a:blip r:embed="rId3">
            <a:alphaModFix/>
          </a:blip>
          <a:stretch>
            <a:fillRect/>
          </a:stretch>
        </p:blipFill>
        <p:spPr>
          <a:xfrm>
            <a:off x="370700" y="956625"/>
            <a:ext cx="8429351" cy="3487701"/>
          </a:xfrm>
          <a:prstGeom prst="rect">
            <a:avLst/>
          </a:prstGeom>
          <a:noFill/>
          <a:ln>
            <a:noFill/>
          </a:ln>
        </p:spPr>
      </p:pic>
      <p:sp>
        <p:nvSpPr>
          <p:cNvPr id="576" name="Google Shape;576;gdc0472a3e22865c_195"/>
          <p:cNvSpPr txBox="1"/>
          <p:nvPr/>
        </p:nvSpPr>
        <p:spPr>
          <a:xfrm>
            <a:off x="3072000" y="156225"/>
            <a:ext cx="3000000" cy="800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de" sz="4000" b="1">
                <a:solidFill>
                  <a:schemeClr val="dk1"/>
                </a:solidFill>
                <a:latin typeface="IBM Plex Mono"/>
                <a:ea typeface="IBM Plex Mono"/>
                <a:cs typeface="IBM Plex Mono"/>
                <a:sym typeface="IBM Plex Mono"/>
              </a:rPr>
              <a:t>OUTPUT</a:t>
            </a:r>
            <a:endParaRPr sz="4000" b="1">
              <a:solidFill>
                <a:schemeClr val="dk1"/>
              </a:solidFill>
              <a:latin typeface="IBM Plex Mono"/>
              <a:ea typeface="IBM Plex Mono"/>
              <a:cs typeface="IBM Plex Mono"/>
              <a:sym typeface="IBM Plex Mon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pic>
        <p:nvPicPr>
          <p:cNvPr id="581" name="Google Shape;581;gdc0472a3e22865c_202"/>
          <p:cNvPicPr preferRelativeResize="0"/>
          <p:nvPr/>
        </p:nvPicPr>
        <p:blipFill>
          <a:blip r:embed="rId3">
            <a:alphaModFix/>
          </a:blip>
          <a:stretch>
            <a:fillRect/>
          </a:stretch>
        </p:blipFill>
        <p:spPr>
          <a:xfrm>
            <a:off x="364525" y="1530950"/>
            <a:ext cx="8414948" cy="2081599"/>
          </a:xfrm>
          <a:prstGeom prst="rect">
            <a:avLst/>
          </a:prstGeom>
          <a:noFill/>
          <a:ln>
            <a:noFill/>
          </a:ln>
        </p:spPr>
      </p:pic>
      <p:sp>
        <p:nvSpPr>
          <p:cNvPr id="582" name="Google Shape;582;gdc0472a3e22865c_202"/>
          <p:cNvSpPr txBox="1"/>
          <p:nvPr/>
        </p:nvSpPr>
        <p:spPr>
          <a:xfrm>
            <a:off x="2950175" y="447925"/>
            <a:ext cx="3000000" cy="800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de" sz="4000" b="1">
                <a:solidFill>
                  <a:schemeClr val="dk1"/>
                </a:solidFill>
                <a:latin typeface="IBM Plex Mono"/>
                <a:ea typeface="IBM Plex Mono"/>
                <a:cs typeface="IBM Plex Mono"/>
                <a:sym typeface="IBM Plex Mono"/>
              </a:rPr>
              <a:t>OUTPUT</a:t>
            </a:r>
            <a:endParaRPr sz="4000" b="1">
              <a:solidFill>
                <a:schemeClr val="dk1"/>
              </a:solidFill>
              <a:latin typeface="IBM Plex Mono"/>
              <a:ea typeface="IBM Plex Mono"/>
              <a:cs typeface="IBM Plex Mono"/>
              <a:sym typeface="IBM Plex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g34ad3acfd2e_0_3"/>
          <p:cNvSpPr txBox="1"/>
          <p:nvPr/>
        </p:nvSpPr>
        <p:spPr>
          <a:xfrm>
            <a:off x="1962825" y="476150"/>
            <a:ext cx="5082000" cy="800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de" sz="4000" b="1">
                <a:solidFill>
                  <a:schemeClr val="dk1"/>
                </a:solidFill>
                <a:latin typeface="IBM Plex Mono"/>
                <a:ea typeface="IBM Plex Mono"/>
                <a:cs typeface="IBM Plex Mono"/>
                <a:sym typeface="IBM Plex Mono"/>
              </a:rPr>
              <a:t>TIME COMPLEXITY</a:t>
            </a:r>
            <a:endParaRPr sz="4000" b="1">
              <a:solidFill>
                <a:schemeClr val="dk1"/>
              </a:solidFill>
              <a:latin typeface="IBM Plex Mono"/>
              <a:ea typeface="IBM Plex Mono"/>
              <a:cs typeface="IBM Plex Mono"/>
              <a:sym typeface="IBM Plex Mono"/>
            </a:endParaRPr>
          </a:p>
        </p:txBody>
      </p:sp>
      <p:sp>
        <p:nvSpPr>
          <p:cNvPr id="588" name="Google Shape;588;g34ad3acfd2e_0_3"/>
          <p:cNvSpPr txBox="1"/>
          <p:nvPr/>
        </p:nvSpPr>
        <p:spPr>
          <a:xfrm>
            <a:off x="1307025" y="1532700"/>
            <a:ext cx="40923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de"/>
              <a:t> O(B + U)              // Tokenization</a:t>
            </a:r>
            <a:endParaRPr/>
          </a:p>
          <a:p>
            <a:pPr marL="0" lvl="0" indent="0" algn="l" rtl="0">
              <a:spcBef>
                <a:spcPts val="0"/>
              </a:spcBef>
              <a:spcAft>
                <a:spcPts val="0"/>
              </a:spcAft>
              <a:buNone/>
            </a:pPr>
            <a:r>
              <a:rPr lang="de"/>
              <a:t>+ O(B * U)            // LCS</a:t>
            </a:r>
            <a:endParaRPr/>
          </a:p>
          <a:p>
            <a:pPr marL="0" lvl="0" indent="0" algn="l" rtl="0">
              <a:spcBef>
                <a:spcPts val="0"/>
              </a:spcBef>
              <a:spcAft>
                <a:spcPts val="0"/>
              </a:spcAft>
              <a:buNone/>
            </a:pPr>
            <a:r>
              <a:rPr lang="de"/>
              <a:t>+ O(B + U)            // N-Grams</a:t>
            </a:r>
            <a:endParaRPr/>
          </a:p>
          <a:p>
            <a:pPr marL="0" lvl="0" indent="0" algn="l" rtl="0">
              <a:spcBef>
                <a:spcPts val="0"/>
              </a:spcBef>
              <a:spcAft>
                <a:spcPts val="0"/>
              </a:spcAft>
              <a:buNone/>
            </a:pPr>
            <a:r>
              <a:rPr lang="de"/>
              <a:t>+ O(B log B + U log U) // Merge Sort</a:t>
            </a:r>
            <a:endParaRPr/>
          </a:p>
          <a:p>
            <a:pPr marL="0" lvl="0" indent="0" algn="l" rtl="0">
              <a:spcBef>
                <a:spcPts val="0"/>
              </a:spcBef>
              <a:spcAft>
                <a:spcPts val="0"/>
              </a:spcAft>
              <a:buNone/>
            </a:pPr>
            <a:r>
              <a:rPr lang="de"/>
              <a:t>+ O(B + U)            // Matching</a:t>
            </a:r>
            <a:endParaRPr/>
          </a:p>
          <a:p>
            <a:pPr marL="0" lvl="0" indent="0" algn="l" rtl="0">
              <a:spcBef>
                <a:spcPts val="0"/>
              </a:spcBef>
              <a:spcAft>
                <a:spcPts val="0"/>
              </a:spcAft>
              <a:buNone/>
            </a:pPr>
            <a:r>
              <a:rPr lang="de"/>
              <a:t>+ O(S)                // Load Synonyms</a:t>
            </a:r>
            <a:endParaRPr/>
          </a:p>
          <a:p>
            <a:pPr marL="0" lvl="0" indent="0" algn="l" rtl="0">
              <a:spcBef>
                <a:spcPts val="0"/>
              </a:spcBef>
              <a:spcAft>
                <a:spcPts val="0"/>
              </a:spcAft>
              <a:buNone/>
            </a:pPr>
            <a:r>
              <a:rPr lang="de"/>
              <a:t>+ O(M)                // Synonym Suggestions</a:t>
            </a:r>
            <a:endParaRPr/>
          </a:p>
          <a:p>
            <a:pPr marL="0" lvl="0" indent="0" algn="l" rtl="0">
              <a:spcBef>
                <a:spcPts val="0"/>
              </a:spcBef>
              <a:spcAft>
                <a:spcPts val="0"/>
              </a:spcAft>
              <a:buNone/>
            </a:pPr>
            <a:r>
              <a:rPr lang="de"/>
              <a:t>+ O(U)                // Word Suggestion</a:t>
            </a:r>
            <a:endParaRPr/>
          </a:p>
        </p:txBody>
      </p:sp>
      <p:sp>
        <p:nvSpPr>
          <p:cNvPr id="589" name="Google Shape;589;g34ad3acfd2e_0_3"/>
          <p:cNvSpPr txBox="1"/>
          <p:nvPr/>
        </p:nvSpPr>
        <p:spPr>
          <a:xfrm>
            <a:off x="5030675" y="1589125"/>
            <a:ext cx="3000000" cy="169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de"/>
              <a:t>B = number of words in base text</a:t>
            </a:r>
            <a:endParaRPr/>
          </a:p>
          <a:p>
            <a:pPr marL="0" lvl="0" indent="0" algn="l" rtl="0">
              <a:spcBef>
                <a:spcPts val="0"/>
              </a:spcBef>
              <a:spcAft>
                <a:spcPts val="0"/>
              </a:spcAft>
              <a:buNone/>
            </a:pPr>
            <a:endParaRPr/>
          </a:p>
          <a:p>
            <a:pPr marL="0" lvl="0" indent="0" algn="l" rtl="0">
              <a:spcBef>
                <a:spcPts val="0"/>
              </a:spcBef>
              <a:spcAft>
                <a:spcPts val="0"/>
              </a:spcAft>
              <a:buNone/>
            </a:pPr>
            <a:r>
              <a:rPr lang="de"/>
              <a:t>U = number of words in user input</a:t>
            </a:r>
            <a:endParaRPr/>
          </a:p>
          <a:p>
            <a:pPr marL="0" lvl="0" indent="0" algn="l" rtl="0">
              <a:spcBef>
                <a:spcPts val="0"/>
              </a:spcBef>
              <a:spcAft>
                <a:spcPts val="0"/>
              </a:spcAft>
              <a:buNone/>
            </a:pPr>
            <a:endParaRPr/>
          </a:p>
          <a:p>
            <a:pPr marL="0" lvl="0" indent="0" algn="l" rtl="0">
              <a:spcBef>
                <a:spcPts val="0"/>
              </a:spcBef>
              <a:spcAft>
                <a:spcPts val="0"/>
              </a:spcAft>
              <a:buNone/>
            </a:pPr>
            <a:r>
              <a:rPr lang="de"/>
              <a:t>S = number of synonym entries</a:t>
            </a:r>
            <a:endParaRPr/>
          </a:p>
          <a:p>
            <a:pPr marL="0" lvl="0" indent="0" algn="l" rtl="0">
              <a:spcBef>
                <a:spcPts val="0"/>
              </a:spcBef>
              <a:spcAft>
                <a:spcPts val="0"/>
              </a:spcAft>
              <a:buNone/>
            </a:pPr>
            <a:endParaRPr/>
          </a:p>
          <a:p>
            <a:pPr marL="0" lvl="0" indent="0" algn="l" rtl="0">
              <a:spcBef>
                <a:spcPts val="0"/>
              </a:spcBef>
              <a:spcAft>
                <a:spcPts val="0"/>
              </a:spcAft>
              <a:buNone/>
            </a:pPr>
            <a:r>
              <a:rPr lang="de"/>
              <a:t>M = matched phrases</a:t>
            </a:r>
            <a:endParaRPr/>
          </a:p>
        </p:txBody>
      </p:sp>
      <p:sp>
        <p:nvSpPr>
          <p:cNvPr id="590" name="Google Shape;590;g34ad3acfd2e_0_3"/>
          <p:cNvSpPr txBox="1"/>
          <p:nvPr/>
        </p:nvSpPr>
        <p:spPr>
          <a:xfrm>
            <a:off x="1118975" y="3338100"/>
            <a:ext cx="64524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de" b="1"/>
              <a:t>Dominant Terms:</a:t>
            </a:r>
            <a:endParaRPr b="1"/>
          </a:p>
          <a:p>
            <a:pPr marL="0" lvl="0" indent="0" algn="l" rtl="0">
              <a:spcBef>
                <a:spcPts val="0"/>
              </a:spcBef>
              <a:spcAft>
                <a:spcPts val="0"/>
              </a:spcAft>
              <a:buNone/>
            </a:pPr>
            <a:r>
              <a:rPr lang="de"/>
              <a:t>O(B * U) from LCS (quadratic)</a:t>
            </a:r>
            <a:endParaRPr/>
          </a:p>
          <a:p>
            <a:pPr marL="0" lvl="0" indent="0" algn="l" rtl="0">
              <a:spcBef>
                <a:spcPts val="0"/>
              </a:spcBef>
              <a:spcAft>
                <a:spcPts val="0"/>
              </a:spcAft>
              <a:buNone/>
            </a:pPr>
            <a:r>
              <a:rPr lang="de"/>
              <a:t>O(B log B + U log U) from Merge Sort</a:t>
            </a:r>
            <a:endParaRPr/>
          </a:p>
          <a:p>
            <a:pPr marL="0" lvl="0" indent="0" algn="l" rtl="0">
              <a:spcBef>
                <a:spcPts val="0"/>
              </a:spcBef>
              <a:spcAft>
                <a:spcPts val="0"/>
              </a:spcAft>
              <a:buNone/>
            </a:pPr>
            <a:r>
              <a:rPr lang="de" b="1"/>
              <a:t>Final Time Complexity:</a:t>
            </a:r>
            <a:r>
              <a:rPr lang="de"/>
              <a:t> O(B * U + B log B + U log U + S + M)</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grpSp>
        <p:nvGrpSpPr>
          <p:cNvPr id="595" name="Google Shape;595;p13"/>
          <p:cNvGrpSpPr/>
          <p:nvPr/>
        </p:nvGrpSpPr>
        <p:grpSpPr>
          <a:xfrm>
            <a:off x="-1839153" y="-57150"/>
            <a:ext cx="4468126" cy="5219700"/>
            <a:chOff x="-1839153" y="-57150"/>
            <a:chExt cx="4468126" cy="5219700"/>
          </a:xfrm>
        </p:grpSpPr>
        <p:pic>
          <p:nvPicPr>
            <p:cNvPr id="596" name="Google Shape;596;p13"/>
            <p:cNvPicPr preferRelativeResize="0"/>
            <p:nvPr/>
          </p:nvPicPr>
          <p:blipFill rotWithShape="1">
            <a:blip r:embed="rId3">
              <a:alphaModFix amt="63000"/>
            </a:blip>
            <a:srcRect l="6926" t="18643" r="3346" b="8187"/>
            <a:stretch/>
          </p:blipFill>
          <p:spPr>
            <a:xfrm rot="-5400000">
              <a:off x="-2076450" y="1828800"/>
              <a:ext cx="5219700" cy="1447800"/>
            </a:xfrm>
            <a:prstGeom prst="rect">
              <a:avLst/>
            </a:prstGeom>
            <a:noFill/>
            <a:ln>
              <a:noFill/>
            </a:ln>
          </p:spPr>
        </p:pic>
        <p:pic>
          <p:nvPicPr>
            <p:cNvPr id="597" name="Google Shape;597;p13"/>
            <p:cNvPicPr preferRelativeResize="0"/>
            <p:nvPr/>
          </p:nvPicPr>
          <p:blipFill rotWithShape="1">
            <a:blip r:embed="rId4">
              <a:alphaModFix/>
            </a:blip>
            <a:srcRect r="41595"/>
            <a:stretch/>
          </p:blipFill>
          <p:spPr>
            <a:xfrm rot="5400000">
              <a:off x="-220851" y="1052975"/>
              <a:ext cx="2428876" cy="780125"/>
            </a:xfrm>
            <a:prstGeom prst="rect">
              <a:avLst/>
            </a:prstGeom>
            <a:noFill/>
            <a:ln>
              <a:noFill/>
            </a:ln>
          </p:spPr>
        </p:pic>
        <p:pic>
          <p:nvPicPr>
            <p:cNvPr id="598" name="Google Shape;598;p13"/>
            <p:cNvPicPr preferRelativeResize="0"/>
            <p:nvPr/>
          </p:nvPicPr>
          <p:blipFill rotWithShape="1">
            <a:blip r:embed="rId5">
              <a:alphaModFix/>
            </a:blip>
            <a:srcRect b="5392"/>
            <a:stretch/>
          </p:blipFill>
          <p:spPr>
            <a:xfrm rot="5400000">
              <a:off x="-844313" y="1822787"/>
              <a:ext cx="3148475" cy="1497951"/>
            </a:xfrm>
            <a:prstGeom prst="rect">
              <a:avLst/>
            </a:prstGeom>
            <a:noFill/>
            <a:ln>
              <a:noFill/>
            </a:ln>
          </p:spPr>
        </p:pic>
        <p:pic>
          <p:nvPicPr>
            <p:cNvPr id="599" name="Google Shape;599;p13"/>
            <p:cNvPicPr preferRelativeResize="0"/>
            <p:nvPr/>
          </p:nvPicPr>
          <p:blipFill rotWithShape="1">
            <a:blip r:embed="rId6">
              <a:alphaModFix/>
            </a:blip>
            <a:srcRect/>
            <a:stretch/>
          </p:blipFill>
          <p:spPr>
            <a:xfrm rot="1799998">
              <a:off x="-1552473" y="2126215"/>
              <a:ext cx="3894766" cy="2190319"/>
            </a:xfrm>
            <a:prstGeom prst="rect">
              <a:avLst/>
            </a:prstGeom>
            <a:noFill/>
            <a:ln>
              <a:noFill/>
            </a:ln>
          </p:spPr>
        </p:pic>
      </p:grpSp>
      <p:pic>
        <p:nvPicPr>
          <p:cNvPr id="600" name="Google Shape;600;p13"/>
          <p:cNvPicPr preferRelativeResize="0"/>
          <p:nvPr/>
        </p:nvPicPr>
        <p:blipFill rotWithShape="1">
          <a:blip r:embed="rId7">
            <a:alphaModFix/>
          </a:blip>
          <a:srcRect/>
          <a:stretch/>
        </p:blipFill>
        <p:spPr>
          <a:xfrm rot="10800000">
            <a:off x="7973724" y="4603999"/>
            <a:ext cx="456876" cy="242950"/>
          </a:xfrm>
          <a:prstGeom prst="rect">
            <a:avLst/>
          </a:prstGeom>
          <a:noFill/>
          <a:ln>
            <a:noFill/>
          </a:ln>
        </p:spPr>
      </p:pic>
      <p:sp>
        <p:nvSpPr>
          <p:cNvPr id="601" name="Google Shape;601;p13"/>
          <p:cNvSpPr txBox="1"/>
          <p:nvPr/>
        </p:nvSpPr>
        <p:spPr>
          <a:xfrm>
            <a:off x="1143000" y="1809600"/>
            <a:ext cx="7681800" cy="1417500"/>
          </a:xfrm>
          <a:prstGeom prst="rect">
            <a:avLst/>
          </a:prstGeom>
          <a:noFill/>
          <a:ln>
            <a:noFill/>
          </a:ln>
        </p:spPr>
        <p:txBody>
          <a:bodyPr spcFirstLastPara="1" wrap="square" lIns="91425" tIns="91425" rIns="91425" bIns="91425" anchor="t" anchorCtr="0">
            <a:spAutoFit/>
          </a:bodyPr>
          <a:lstStyle/>
          <a:p>
            <a:pPr marL="660400" lvl="0" indent="-342900" algn="l" rtl="0">
              <a:lnSpc>
                <a:spcPct val="115000"/>
              </a:lnSpc>
              <a:spcBef>
                <a:spcPts val="0"/>
              </a:spcBef>
              <a:spcAft>
                <a:spcPts val="0"/>
              </a:spcAft>
              <a:buSzPts val="1800"/>
              <a:buFont typeface="Archivo"/>
              <a:buChar char="●"/>
            </a:pPr>
            <a:r>
              <a:rPr lang="de" sz="1800">
                <a:highlight>
                  <a:srgbClr val="F5F5F5"/>
                </a:highlight>
                <a:latin typeface="Archivo"/>
                <a:ea typeface="Archivo"/>
                <a:cs typeface="Archivo"/>
                <a:sym typeface="Archivo"/>
              </a:rPr>
              <a:t>Add NLP-based semantic similarity (e.g., spaCy, BERT).​</a:t>
            </a:r>
            <a:endParaRPr sz="1800">
              <a:highlight>
                <a:srgbClr val="F5F5F5"/>
              </a:highlight>
              <a:latin typeface="Archivo"/>
              <a:ea typeface="Archivo"/>
              <a:cs typeface="Archivo"/>
              <a:sym typeface="Archivo"/>
            </a:endParaRPr>
          </a:p>
          <a:p>
            <a:pPr marL="660400" lvl="0" indent="-342900" algn="l" rtl="0">
              <a:lnSpc>
                <a:spcPct val="115000"/>
              </a:lnSpc>
              <a:spcBef>
                <a:spcPts val="0"/>
              </a:spcBef>
              <a:spcAft>
                <a:spcPts val="0"/>
              </a:spcAft>
              <a:buSzPts val="1800"/>
              <a:buFont typeface="Archivo"/>
              <a:buChar char="●"/>
            </a:pPr>
            <a:r>
              <a:rPr lang="de" sz="1800">
                <a:highlight>
                  <a:srgbClr val="F5F5F5"/>
                </a:highlight>
                <a:latin typeface="Archivo"/>
                <a:ea typeface="Archivo"/>
                <a:cs typeface="Archivo"/>
                <a:sym typeface="Archivo"/>
              </a:rPr>
              <a:t>GUI-based interface for non-technical users.​</a:t>
            </a:r>
            <a:endParaRPr sz="1800">
              <a:highlight>
                <a:srgbClr val="F5F5F5"/>
              </a:highlight>
              <a:latin typeface="Archivo"/>
              <a:ea typeface="Archivo"/>
              <a:cs typeface="Archivo"/>
              <a:sym typeface="Archivo"/>
            </a:endParaRPr>
          </a:p>
          <a:p>
            <a:pPr marL="660400" lvl="0" indent="-342900" algn="l" rtl="0">
              <a:lnSpc>
                <a:spcPct val="115000"/>
              </a:lnSpc>
              <a:spcBef>
                <a:spcPts val="0"/>
              </a:spcBef>
              <a:spcAft>
                <a:spcPts val="0"/>
              </a:spcAft>
              <a:buSzPts val="1800"/>
              <a:buFont typeface="Archivo"/>
              <a:buChar char="●"/>
            </a:pPr>
            <a:r>
              <a:rPr lang="de" sz="1800">
                <a:highlight>
                  <a:srgbClr val="F5F5F5"/>
                </a:highlight>
                <a:latin typeface="Archivo"/>
                <a:ea typeface="Archivo"/>
                <a:cs typeface="Archivo"/>
                <a:sym typeface="Archivo"/>
              </a:rPr>
              <a:t>Export detailed plagiarism reports (PDF, DOCX).​</a:t>
            </a:r>
            <a:endParaRPr sz="1800">
              <a:highlight>
                <a:srgbClr val="F5F5F5"/>
              </a:highlight>
              <a:latin typeface="Archivo"/>
              <a:ea typeface="Archivo"/>
              <a:cs typeface="Archivo"/>
              <a:sym typeface="Archivo"/>
            </a:endParaRPr>
          </a:p>
          <a:p>
            <a:pPr marL="660400" lvl="0" indent="-342900" algn="l" rtl="0">
              <a:lnSpc>
                <a:spcPct val="115000"/>
              </a:lnSpc>
              <a:spcBef>
                <a:spcPts val="0"/>
              </a:spcBef>
              <a:spcAft>
                <a:spcPts val="0"/>
              </a:spcAft>
              <a:buSzPts val="1800"/>
              <a:buFont typeface="Archivo"/>
              <a:buChar char="●"/>
            </a:pPr>
            <a:r>
              <a:rPr lang="de" sz="1800">
                <a:highlight>
                  <a:srgbClr val="F5F5F5"/>
                </a:highlight>
                <a:latin typeface="Archivo"/>
                <a:ea typeface="Archivo"/>
                <a:cs typeface="Archivo"/>
                <a:sym typeface="Archivo"/>
              </a:rPr>
              <a:t>Integrate with real-time file uploads and plagiarism history.</a:t>
            </a:r>
            <a:endParaRPr sz="1800">
              <a:highlight>
                <a:srgbClr val="F5F5F5"/>
              </a:highlight>
              <a:latin typeface="Archivo"/>
              <a:ea typeface="Archivo"/>
              <a:cs typeface="Archivo"/>
              <a:sym typeface="Archivo"/>
            </a:endParaRPr>
          </a:p>
        </p:txBody>
      </p:sp>
      <p:sp>
        <p:nvSpPr>
          <p:cNvPr id="602" name="Google Shape;602;p13"/>
          <p:cNvSpPr txBox="1"/>
          <p:nvPr/>
        </p:nvSpPr>
        <p:spPr>
          <a:xfrm>
            <a:off x="2628975" y="772300"/>
            <a:ext cx="4191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de" sz="2400" b="1">
                <a:highlight>
                  <a:srgbClr val="F5F5F5"/>
                </a:highlight>
                <a:latin typeface="IBM Plex Mono"/>
                <a:ea typeface="IBM Plex Mono"/>
                <a:cs typeface="IBM Plex Mono"/>
                <a:sym typeface="IBM Plex Mono"/>
              </a:rPr>
              <a:t>Scope of Improvement</a:t>
            </a:r>
            <a:endParaRPr sz="2400" b="1">
              <a:latin typeface="IBM Plex Mono"/>
              <a:ea typeface="IBM Plex Mono"/>
              <a:cs typeface="IBM Plex Mono"/>
              <a:sym typeface="IBM Plex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grpSp>
        <p:nvGrpSpPr>
          <p:cNvPr id="607" name="Google Shape;607;p12"/>
          <p:cNvGrpSpPr/>
          <p:nvPr/>
        </p:nvGrpSpPr>
        <p:grpSpPr>
          <a:xfrm>
            <a:off x="870025" y="401112"/>
            <a:ext cx="7404024" cy="4341275"/>
            <a:chOff x="870025" y="401112"/>
            <a:chExt cx="7404024" cy="4341275"/>
          </a:xfrm>
        </p:grpSpPr>
        <p:pic>
          <p:nvPicPr>
            <p:cNvPr id="608" name="Google Shape;608;p12"/>
            <p:cNvPicPr preferRelativeResize="0"/>
            <p:nvPr/>
          </p:nvPicPr>
          <p:blipFill rotWithShape="1">
            <a:blip r:embed="rId3">
              <a:alphaModFix amt="92000"/>
            </a:blip>
            <a:srcRect t="1319" b="-1319"/>
            <a:stretch/>
          </p:blipFill>
          <p:spPr>
            <a:xfrm>
              <a:off x="870025" y="401112"/>
              <a:ext cx="7404024" cy="4341275"/>
            </a:xfrm>
            <a:prstGeom prst="rect">
              <a:avLst/>
            </a:prstGeom>
            <a:noFill/>
            <a:ln>
              <a:noFill/>
            </a:ln>
          </p:spPr>
        </p:pic>
        <p:pic>
          <p:nvPicPr>
            <p:cNvPr id="609" name="Google Shape;609;p12"/>
            <p:cNvPicPr preferRelativeResize="0"/>
            <p:nvPr/>
          </p:nvPicPr>
          <p:blipFill rotWithShape="1">
            <a:blip r:embed="rId4">
              <a:alphaModFix/>
            </a:blip>
            <a:srcRect/>
            <a:stretch/>
          </p:blipFill>
          <p:spPr>
            <a:xfrm>
              <a:off x="3338164" y="539509"/>
              <a:ext cx="2467774" cy="462933"/>
            </a:xfrm>
            <a:prstGeom prst="rect">
              <a:avLst/>
            </a:prstGeom>
            <a:noFill/>
            <a:ln>
              <a:noFill/>
            </a:ln>
          </p:spPr>
        </p:pic>
        <p:pic>
          <p:nvPicPr>
            <p:cNvPr id="610" name="Google Shape;610;p12"/>
            <p:cNvPicPr preferRelativeResize="0"/>
            <p:nvPr/>
          </p:nvPicPr>
          <p:blipFill rotWithShape="1">
            <a:blip r:embed="rId4">
              <a:alphaModFix/>
            </a:blip>
            <a:srcRect/>
            <a:stretch/>
          </p:blipFill>
          <p:spPr>
            <a:xfrm rot="10800000" flipH="1">
              <a:off x="3338164" y="4141059"/>
              <a:ext cx="2467774" cy="462933"/>
            </a:xfrm>
            <a:prstGeom prst="rect">
              <a:avLst/>
            </a:prstGeom>
            <a:noFill/>
            <a:ln>
              <a:noFill/>
            </a:ln>
          </p:spPr>
        </p:pic>
      </p:grpSp>
      <p:sp>
        <p:nvSpPr>
          <p:cNvPr id="611" name="Google Shape;611;p12"/>
          <p:cNvSpPr txBox="1">
            <a:spLocks noGrp="1"/>
          </p:cNvSpPr>
          <p:nvPr>
            <p:ph type="title"/>
          </p:nvPr>
        </p:nvSpPr>
        <p:spPr>
          <a:xfrm>
            <a:off x="2298600" y="1619250"/>
            <a:ext cx="4546800" cy="1849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lnSpc>
                <a:spcPct val="80000"/>
              </a:lnSpc>
              <a:spcBef>
                <a:spcPts val="0"/>
              </a:spcBef>
              <a:spcAft>
                <a:spcPts val="0"/>
              </a:spcAft>
              <a:buSzPts val="4800"/>
              <a:buNone/>
            </a:pPr>
            <a:r>
              <a:rPr lang="de">
                <a:solidFill>
                  <a:schemeClr val="dk1"/>
                </a:solidFill>
              </a:rPr>
              <a:t>THANK YOU </a:t>
            </a:r>
            <a:endParaRPr>
              <a:solidFill>
                <a:schemeClr val="dk1"/>
              </a:solidFill>
            </a:endParaRPr>
          </a:p>
        </p:txBody>
      </p:sp>
    </p:spTree>
  </p:cSld>
  <p:clrMapOvr>
    <a:masterClrMapping/>
  </p:clrMapOvr>
</p:sld>
</file>

<file path=ppt/theme/theme1.xml><?xml version="1.0" encoding="utf-8"?>
<a:theme xmlns:a="http://schemas.openxmlformats.org/drawingml/2006/main" name="Bachelor in Robotics Engineering by Slidesgo">
  <a:themeElements>
    <a:clrScheme name="Simple Light">
      <a:dk1>
        <a:srgbClr val="1F164D"/>
      </a:dk1>
      <a:lt1>
        <a:srgbClr val="F9F9F9"/>
      </a:lt1>
      <a:dk2>
        <a:srgbClr val="E8E8E8"/>
      </a:dk2>
      <a:lt2>
        <a:srgbClr val="C1C1C1"/>
      </a:lt2>
      <a:accent1>
        <a:srgbClr val="6F79E3"/>
      </a:accent1>
      <a:accent2>
        <a:srgbClr val="433ABA"/>
      </a:accent2>
      <a:accent3>
        <a:srgbClr val="130994"/>
      </a:accent3>
      <a:accent4>
        <a:srgbClr val="FFFFFF"/>
      </a:accent4>
      <a:accent5>
        <a:srgbClr val="FFFFFF"/>
      </a:accent5>
      <a:accent6>
        <a:srgbClr val="FFFFFF"/>
      </a:accent6>
      <a:hlink>
        <a:srgbClr val="1F164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691</Words>
  <Application>Microsoft Office PowerPoint</Application>
  <PresentationFormat>On-screen Show (16:9)</PresentationFormat>
  <Paragraphs>108</Paragraphs>
  <Slides>28</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Archivo</vt:lpstr>
      <vt:lpstr>Calibri</vt:lpstr>
      <vt:lpstr>Times New Roman</vt:lpstr>
      <vt:lpstr>IBM Plex Mono</vt:lpstr>
      <vt:lpstr>Nunito Light</vt:lpstr>
      <vt:lpstr>Bachelor in Robotics Engineering by Slidesgo</vt:lpstr>
      <vt:lpstr>PLAGIARISM  DETECTOR</vt:lpstr>
      <vt:lpstr>TABLE OF CONTENTS</vt:lpstr>
      <vt:lpstr>PROBLEM STATEMENT</vt:lpstr>
      <vt:lpstr>PROBLEM STATEMENT</vt:lpstr>
      <vt:lpstr>HOW IT WORKS</vt:lpstr>
      <vt:lpstr>DATA STRUCTURES</vt:lpstr>
      <vt:lpstr>DATA STRUCTURES </vt:lpstr>
      <vt:lpstr>ALGORITHMS</vt:lpstr>
      <vt:lpstr>ALGORITHMS USED</vt:lpstr>
      <vt:lpstr>System Flow</vt:lpstr>
      <vt:lpstr>KEY FUNCTIONAL BLOCKS</vt:lpstr>
      <vt:lpstr>CODE SNIPPET</vt:lpstr>
      <vt:lpstr>Function: tokenize()</vt:lpstr>
      <vt:lpstr>Function: longestCommonSubsequence()</vt:lpstr>
      <vt:lpstr>Function: getNGrams()</vt:lpstr>
      <vt:lpstr>Function: mergeSort()</vt:lpstr>
      <vt:lpstr>Function: matchedNGrams()</vt:lpstr>
      <vt:lpstr>Function: loadSynonyms()​</vt:lpstr>
      <vt:lpstr>Function: cleanword()​</vt:lpstr>
      <vt:lpstr>Function: suggestSynonymsForMatches()​</vt:lpstr>
      <vt:lpstr>OUTPUT</vt:lpstr>
      <vt:lpstr>DATASET FOR STORING SYNONYMS</vt:lpstr>
      <vt:lpstr>DATASET FOR STORING ORIGINAL TEXT</vt:lpstr>
      <vt:lpstr>PowerPoint Presentation</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Shubham Bhalekar</dc:creator>
  <cp:lastModifiedBy>ISHAA BHALEKAR</cp:lastModifiedBy>
  <cp:revision>1</cp:revision>
  <dcterms:modified xsi:type="dcterms:W3CDTF">2025-04-11T16:35:12Z</dcterms:modified>
</cp:coreProperties>
</file>